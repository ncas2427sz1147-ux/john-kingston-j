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1" autoAdjust="0"/>
  </p:normalViewPr>
  <p:slideViewPr>
    <p:cSldViewPr>
      <p:cViewPr>
        <p:scale>
          <a:sx n="56" d="100"/>
          <a:sy n="56" d="100"/>
        </p:scale>
        <p:origin x="0" y="0"/>
      </p:cViewPr>
      <p:guideLst>
        <p:guide orient="horz" pos="2152"/>
        <p:guide pos="2872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dt" idx="1"/>
          </p:nvPr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宋体" pitchFamily="0" charset="0"/>
                <a:cs typeface="Calibri" pitchFamily="0" charset="0"/>
              </a:rPr>
              <a:t>9/12/2025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Text box"/>
          <p:cNvSpPr>
            <a:spLocks noGrp="1"/>
          </p:cNvSpPr>
          <p:nvPr>
            <p:ph type="ftr" idx="4"/>
          </p:nvPr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029963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宋体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" name="Rectangle"/>
          <p:cNvSpPr>
            <a:spLocks/>
          </p:cNvSpPr>
          <p:nvPr/>
        </p:nvSpPr>
        <p:spPr>
          <a:xfrm rot="0">
            <a:off x="0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7" name="Rectangle"/>
          <p:cNvSpPr>
            <a:spLocks/>
          </p:cNvSpPr>
          <p:nvPr/>
        </p:nvSpPr>
        <p:spPr>
          <a:xfrm rot="0">
            <a:off x="5180013" y="0"/>
            <a:ext cx="396240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1.7.2013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8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2857500" y="512763"/>
            <a:ext cx="3428999" cy="2566987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49" name="Text box"/>
          <p:cNvSpPr>
            <a:spLocks noGrp="1"/>
          </p:cNvSpPr>
          <p:nvPr>
            <p:ph type="body" idx="3"/>
          </p:nvPr>
        </p:nvSpPr>
        <p:spPr>
          <a:xfrm rot="0">
            <a:off x="914400" y="3251200"/>
            <a:ext cx="7315200" cy="30813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0" name="Rectangle"/>
          <p:cNvSpPr>
            <a:spLocks/>
          </p:cNvSpPr>
          <p:nvPr/>
        </p:nvSpPr>
        <p:spPr>
          <a:xfrm rot="0">
            <a:off x="0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1" name="Rectangle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r>
              <a:rPr lang="en-US" altLang="zh-CN" sz="1200"/>
              <a:t>‹#›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68486907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10642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25959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903868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90198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500793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997831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325768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678382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46500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949900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817189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75436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14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486221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15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36115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16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744434"/>
      </p:ext>
    </p:extLst>
  </p:cSld>
  <p:clrMapOvr>
    <a:masterClrMapping/>
  </p:clrMapOvr>
</p:notes>
</file>

<file path=ppt/notesSlides/notesSlide1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sldNum" idx="5"/>
          </p:nvPr>
        </p:nvSpPr>
        <p:spPr>
          <a:xfrm rot="0">
            <a:off x="5180013" y="6502400"/>
            <a:ext cx="3962400" cy="3413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17</a:t>
            </a:fld>
            <a:endParaRPr lang="zh-CN" altLang="en-US" sz="1200"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60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35420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985813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23137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705658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57845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569181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03330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791283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94153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4410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64711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dt" idx="10"/>
          </p:nvPr>
        </p:nvSpPr>
        <p:spPr>
          <a:xfrm rot="0">
            <a:off x="457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r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Date/Time</a:t>
            </a:r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ftr" idx="11"/>
          </p:nvPr>
        </p:nvSpPr>
        <p:spPr>
          <a:xfrm rot="0">
            <a:off x="3124200" y="6356349"/>
            <a:ext cx="2895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sldNum" idx="12"/>
          </p:nvPr>
        </p:nvSpPr>
        <p:spPr>
          <a:xfrm rot="0">
            <a:off x="6553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708843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9/12/2025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3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image" Target="../media/pimg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pimg3.png"/><Relationship Id="rId2" Type="http://schemas.openxmlformats.org/officeDocument/2006/relationships/image" Target="../media/pimg2.png"/><Relationship Id="rId3" Type="http://schemas.openxmlformats.org/officeDocument/2006/relationships/image" Target="../media/pimg4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pimg3.png"/><Relationship Id="rId2" Type="http://schemas.openxmlformats.org/officeDocument/2006/relationships/image" Target="../media/pimg5.png"/><Relationship Id="rId3" Type="http://schemas.openxmlformats.org/officeDocument/2006/relationships/image" Target="../media/pimg6.png"/><Relationship Id="rId4" Type="http://schemas.openxmlformats.org/officeDocument/2006/relationships/image" Target="../media/pimg4.png"/><Relationship Id="rId5" Type="http://schemas.openxmlformats.org/officeDocument/2006/relationships/image" Target="../media/pimg7.jpe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pimg8.png"/><Relationship Id="rId2" Type="http://schemas.openxmlformats.org/officeDocument/2006/relationships/image" Target="../media/pimg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pimg9.png"/><Relationship Id="rId2" Type="http://schemas.openxmlformats.org/officeDocument/2006/relationships/image" Target="../media/pimg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pimg10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pimg11.jpeg"/><Relationship Id="rId2" Type="http://schemas.openxmlformats.org/officeDocument/2006/relationships/image" Target="../media/pimg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pimg1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pimg13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pimg13.jpeg"/><Relationship Id="rId2" Type="http://schemas.openxmlformats.org/officeDocument/2006/relationships/image" Target="../media/1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pimg13.jpeg"/><Relationship Id="rId2" Type="http://schemas.openxmlformats.org/officeDocument/2006/relationships/image" Target="../media/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pimg13.jpeg"/><Relationship Id="rId2" Type="http://schemas.openxmlformats.org/officeDocument/2006/relationships/image" Target="../media/3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pimg13.jpeg"/><Relationship Id="rId2" Type="http://schemas.openxmlformats.org/officeDocument/2006/relationships/image" Target="../media/4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pimg1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pimg1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pimg1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7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16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9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18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1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20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3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22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5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24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7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26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9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28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1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30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3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32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5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34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6" name="曲线"/>
          <p:cNvSpPr>
            <a:spLocks/>
          </p:cNvSpPr>
          <p:nvPr/>
        </p:nvSpPr>
        <p:spPr>
          <a:xfrm rot="0">
            <a:off x="1314448" y="1485899"/>
            <a:ext cx="2614611" cy="2000249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38" name="Combination"/>
          <p:cNvGrpSpPr>
            <a:grpSpLocks/>
          </p:cNvGrpSpPr>
          <p:nvPr/>
        </p:nvGrpSpPr>
        <p:grpSpPr>
          <a:xfrm>
            <a:off x="5629275" y="1785938"/>
            <a:ext cx="2500312" cy="2157411"/>
            <a:chOff x="5629275" y="1785938"/>
            <a:chExt cx="2500312" cy="2157411"/>
          </a:xfrm>
        </p:grpSpPr>
        <p:sp>
          <p:nvSpPr>
            <p:cNvPr id="37" name="曲线"/>
            <p:cNvSpPr>
              <a:spLocks/>
            </p:cNvSpPr>
            <p:nvPr/>
          </p:nvSpPr>
          <p:spPr>
            <a:xfrm rot="0">
              <a:off x="5629275" y="1785938"/>
              <a:ext cx="2500312" cy="215741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40" y="0"/>
                  </a:moveTo>
                  <a:lnTo>
                    <a:pt x="4659" y="0"/>
                  </a:lnTo>
                  <a:lnTo>
                    <a:pt x="0" y="10799"/>
                  </a:lnTo>
                  <a:lnTo>
                    <a:pt x="4659" y="21600"/>
                  </a:lnTo>
                  <a:lnTo>
                    <a:pt x="16940" y="21600"/>
                  </a:lnTo>
                  <a:lnTo>
                    <a:pt x="21600" y="10799"/>
                  </a:lnTo>
                  <a:lnTo>
                    <a:pt x="16940" y="0"/>
                  </a:lnTo>
                  <a:close/>
                </a:path>
              </a:pathLst>
            </a:custGeom>
            <a:solidFill>
              <a:srgbClr val="42D0A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0" name="Combination"/>
          <p:cNvGrpSpPr>
            <a:grpSpLocks/>
          </p:cNvGrpSpPr>
          <p:nvPr/>
        </p:nvGrpSpPr>
        <p:grpSpPr>
          <a:xfrm>
            <a:off x="5700712" y="7843838"/>
            <a:ext cx="1085850" cy="928687"/>
            <a:chOff x="5700712" y="7843838"/>
            <a:chExt cx="1085850" cy="928687"/>
          </a:xfrm>
        </p:grpSpPr>
        <p:sp>
          <p:nvSpPr>
            <p:cNvPr id="39" name="曲线"/>
            <p:cNvSpPr>
              <a:spLocks/>
            </p:cNvSpPr>
            <p:nvPr/>
          </p:nvSpPr>
          <p:spPr>
            <a:xfrm rot="0">
              <a:off x="5700712" y="7843838"/>
              <a:ext cx="1085850" cy="92868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80" y="0"/>
                  </a:moveTo>
                  <a:lnTo>
                    <a:pt x="4619" y="0"/>
                  </a:lnTo>
                  <a:lnTo>
                    <a:pt x="0" y="10802"/>
                  </a:lnTo>
                  <a:lnTo>
                    <a:pt x="4619" y="21600"/>
                  </a:lnTo>
                  <a:lnTo>
                    <a:pt x="16980" y="21600"/>
                  </a:lnTo>
                  <a:lnTo>
                    <a:pt x="21600" y="10802"/>
                  </a:lnTo>
                  <a:lnTo>
                    <a:pt x="1698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41" name="Rectangle"/>
          <p:cNvSpPr>
            <a:spLocks/>
          </p:cNvSpPr>
          <p:nvPr/>
        </p:nvSpPr>
        <p:spPr>
          <a:xfrm rot="0">
            <a:off x="2285999" y="-49242"/>
            <a:ext cx="11487150" cy="1463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0F0F0F"/>
                </a:solidFill>
                <a:latin typeface="Times New Roman Bold" pitchFamily="0" charset="0"/>
                <a:ea typeface="Times New Roman Bold" pitchFamily="0" charset="0"/>
                <a:cs typeface="Times New Roman Bold" pitchFamily="0" charset="0"/>
                <a:sym typeface="Times New Roman Bold" pitchFamily="0" charset="0"/>
              </a:rPr>
              <a:t>Digital Portfolio </a:t>
            </a:r>
            <a:endParaRPr lang="en-US" altLang="zh-CN" sz="4800" b="1" i="0" u="none" strike="noStrike" kern="1200" cap="none" spc="0" baseline="0">
              <a:solidFill>
                <a:srgbClr val="0F0F0F"/>
              </a:solidFill>
              <a:latin typeface="Times New Roman Bold" pitchFamily="0" charset="0"/>
              <a:ea typeface="Times New Roman Bold" pitchFamily="0" charset="0"/>
              <a:cs typeface="Times New Roman Bold" pitchFamily="0" charset="0"/>
              <a:sym typeface="Times New Roman Bold" pitchFamily="0" charset="0"/>
            </a:endParaRPr>
          </a:p>
          <a:p>
            <a:pPr marL="0" indent="0"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800" b="1" i="0" u="none" strike="noStrike" kern="1200" cap="none" spc="0" baseline="0">
              <a:solidFill>
                <a:srgbClr val="0F0F0F"/>
              </a:solidFill>
              <a:latin typeface="Times New Roman Bold" pitchFamily="0" charset="0"/>
              <a:ea typeface="Times New Roman Bold" pitchFamily="0" charset="0"/>
              <a:cs typeface="Times New Roman Bold" pitchFamily="0" charset="0"/>
              <a:sym typeface="Times New Roman Bold" pitchFamily="0" charset="0"/>
            </a:endParaRPr>
          </a:p>
        </p:txBody>
      </p:sp>
      <p:grpSp>
        <p:nvGrpSpPr>
          <p:cNvPr id="43" name="Combination"/>
          <p:cNvGrpSpPr>
            <a:grpSpLocks/>
          </p:cNvGrpSpPr>
          <p:nvPr/>
        </p:nvGrpSpPr>
        <p:grpSpPr>
          <a:xfrm>
            <a:off x="1014412" y="9701212"/>
            <a:ext cx="3214688" cy="300038"/>
            <a:chOff x="1014412" y="9701212"/>
            <a:chExt cx="3214688" cy="300038"/>
          </a:xfrm>
        </p:grpSpPr>
        <p:sp>
          <p:nvSpPr>
            <p:cNvPr id="42" name="曲线"/>
            <p:cNvSpPr>
              <a:spLocks/>
            </p:cNvSpPr>
            <p:nvPr/>
          </p:nvSpPr>
          <p:spPr>
            <a:xfrm rot="0">
              <a:off x="1014412" y="9701212"/>
              <a:ext cx="3214688" cy="30003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44" name="Rectangle"/>
          <p:cNvSpPr>
            <a:spLocks/>
          </p:cNvSpPr>
          <p:nvPr/>
        </p:nvSpPr>
        <p:spPr>
          <a:xfrm rot="0">
            <a:off x="17030128" y="9707466"/>
            <a:ext cx="226693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45" name="Rectangle"/>
          <p:cNvSpPr>
            <a:spLocks/>
          </p:cNvSpPr>
          <p:nvPr/>
        </p:nvSpPr>
        <p:spPr>
          <a:xfrm rot="0">
            <a:off x="3923253" y="4950270"/>
            <a:ext cx="12733020" cy="2743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0000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STUDENT NAME: J. John Kingston</a:t>
            </a:r>
            <a:endParaRPr lang="en-US" altLang="zh-CN" sz="3600" b="0" i="0" u="none" strike="noStrike" kern="1200" cap="none" spc="0" baseline="0">
              <a:solidFill>
                <a:srgbClr val="000000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0000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REGISTER NO AND NMID: 212401678,asnum219212401678</a:t>
            </a:r>
            <a:endParaRPr lang="en-US" altLang="zh-CN" sz="3600" b="0" i="0" u="none" strike="noStrike" kern="1200" cap="none" spc="0" baseline="0">
              <a:solidFill>
                <a:srgbClr val="000000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0000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DEPARTMENT: Bachelor of Computer Applications</a:t>
            </a:r>
            <a:endParaRPr lang="en-US" altLang="zh-CN" sz="3600" b="0" i="0" u="none" strike="noStrike" kern="1200" cap="none" spc="0" baseline="0">
              <a:solidFill>
                <a:srgbClr val="000000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0000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COLLEGE: Nazareth College of Arts and Science</a:t>
            </a:r>
            <a:endParaRPr lang="en-US" altLang="zh-CN" sz="3600" b="0" i="0" u="none" strike="noStrike" kern="1200" cap="none" spc="0" baseline="0">
              <a:solidFill>
                <a:srgbClr val="000000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0000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           </a:t>
            </a:r>
            <a:endParaRPr lang="zh-CN" altLang="en-US" sz="3600" b="0" i="0" u="none" strike="noStrike" kern="1200" cap="none" spc="0" baseline="0">
              <a:solidFill>
                <a:srgbClr val="000000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7647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Combination"/>
          <p:cNvGrpSpPr>
            <a:grpSpLocks/>
          </p:cNvGrpSpPr>
          <p:nvPr/>
        </p:nvGrpSpPr>
        <p:grpSpPr>
          <a:xfrm>
            <a:off x="-19050" y="0"/>
            <a:ext cx="18288000" cy="10286999"/>
            <a:chOff x="-19050" y="0"/>
            <a:chExt cx="18288000" cy="10286999"/>
          </a:xfrm>
        </p:grpSpPr>
        <p:sp>
          <p:nvSpPr>
            <p:cNvPr id="52" name="曲线"/>
            <p:cNvSpPr>
              <a:spLocks/>
            </p:cNvSpPr>
            <p:nvPr/>
          </p:nvSpPr>
          <p:spPr>
            <a:xfrm rot="0">
              <a:off x="-19050" y="0"/>
              <a:ext cx="182880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1F1F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54" name="曲线"/>
          <p:cNvSpPr>
            <a:spLocks/>
          </p:cNvSpPr>
          <p:nvPr/>
        </p:nvSpPr>
        <p:spPr>
          <a:xfrm rot="0">
            <a:off x="11165774" y="0"/>
            <a:ext cx="7129462" cy="1029484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56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55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8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57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60" name="Combination"/>
          <p:cNvGrpSpPr>
            <a:grpSpLocks/>
          </p:cNvGrpSpPr>
          <p:nvPr/>
        </p:nvGrpSpPr>
        <p:grpSpPr>
          <a:xfrm>
            <a:off x="5806649" y="4011107"/>
            <a:ext cx="471487" cy="485774"/>
            <a:chOff x="5806649" y="4011107"/>
            <a:chExt cx="471487" cy="485774"/>
          </a:xfrm>
        </p:grpSpPr>
        <p:sp>
          <p:nvSpPr>
            <p:cNvPr id="59" name="曲线"/>
            <p:cNvSpPr>
              <a:spLocks/>
            </p:cNvSpPr>
            <p:nvPr/>
          </p:nvSpPr>
          <p:spPr>
            <a:xfrm rot="0">
              <a:off x="5806649" y="4011107"/>
              <a:ext cx="471487" cy="48577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62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61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3" name="Rectangle"/>
          <p:cNvSpPr>
            <a:spLocks/>
          </p:cNvSpPr>
          <p:nvPr/>
        </p:nvSpPr>
        <p:spPr>
          <a:xfrm rot="0">
            <a:off x="1109662" y="1251425"/>
            <a:ext cx="5864542" cy="971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7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PROJECT TITLE</a:t>
            </a:r>
            <a:endParaRPr lang="zh-CN" altLang="en-US" sz="6375" b="1" i="0" u="none" strike="noStrike" kern="1200" cap="none" spc="7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65" name="Combination"/>
          <p:cNvGrpSpPr>
            <a:grpSpLocks/>
          </p:cNvGrpSpPr>
          <p:nvPr/>
        </p:nvGrpSpPr>
        <p:grpSpPr>
          <a:xfrm>
            <a:off x="1014412" y="9701212"/>
            <a:ext cx="3214688" cy="300038"/>
            <a:chOff x="1014412" y="9701212"/>
            <a:chExt cx="3214688" cy="300038"/>
          </a:xfrm>
        </p:grpSpPr>
        <p:sp>
          <p:nvSpPr>
            <p:cNvPr id="64" name="曲线"/>
            <p:cNvSpPr>
              <a:spLocks/>
            </p:cNvSpPr>
            <p:nvPr/>
          </p:nvSpPr>
          <p:spPr>
            <a:xfrm rot="0">
              <a:off x="1014412" y="9701212"/>
              <a:ext cx="3214688" cy="30003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grpSp>
        <p:nvGrpSpPr>
          <p:cNvPr id="67" name="Combination"/>
          <p:cNvGrpSpPr>
            <a:grpSpLocks/>
          </p:cNvGrpSpPr>
          <p:nvPr/>
        </p:nvGrpSpPr>
        <p:grpSpPr>
          <a:xfrm>
            <a:off x="-157162" y="9629775"/>
            <a:ext cx="5557837" cy="442911"/>
            <a:chOff x="-157162" y="9629775"/>
            <a:chExt cx="5557837" cy="442911"/>
          </a:xfrm>
        </p:grpSpPr>
        <p:sp>
          <p:nvSpPr>
            <p:cNvPr id="66" name="曲线"/>
            <p:cNvSpPr>
              <a:spLocks/>
            </p:cNvSpPr>
            <p:nvPr/>
          </p:nvSpPr>
          <p:spPr>
            <a:xfrm rot="0">
              <a:off x="-157162" y="9629775"/>
              <a:ext cx="5557837" cy="44291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t="-124" b="-124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68" name="Rectangle"/>
          <p:cNvSpPr>
            <a:spLocks/>
          </p:cNvSpPr>
          <p:nvPr/>
        </p:nvSpPr>
        <p:spPr>
          <a:xfrm rot="0">
            <a:off x="17030128" y="9707466"/>
            <a:ext cx="226693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2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69" name="Rectangle"/>
          <p:cNvSpPr>
            <a:spLocks/>
          </p:cNvSpPr>
          <p:nvPr/>
        </p:nvSpPr>
        <p:spPr>
          <a:xfrm rot="0">
            <a:off x="5333892" y="4000313"/>
            <a:ext cx="6771217" cy="1724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5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70" b="0" i="0" u="none" strike="noStrike" kern="1200" cap="none" spc="33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Portfolio Website</a:t>
            </a:r>
            <a:endParaRPr lang="en-US" altLang="zh-CN" sz="3770" b="0" i="0" u="none" strike="noStrike" kern="1200" cap="none" spc="33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5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70" b="0" i="0" u="none" strike="noStrike" kern="1200" cap="none" spc="34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&amp; Library Management System</a:t>
            </a:r>
            <a:endParaRPr lang="zh-CN" altLang="en-US" sz="3770" b="0" i="0" u="none" strike="noStrike" kern="1200" cap="none" spc="34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134439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Combination"/>
          <p:cNvGrpSpPr>
            <a:grpSpLocks/>
          </p:cNvGrpSpPr>
          <p:nvPr/>
        </p:nvGrpSpPr>
        <p:grpSpPr>
          <a:xfrm>
            <a:off x="-114300" y="42867"/>
            <a:ext cx="18722532" cy="10286999"/>
            <a:chOff x="-114300" y="42867"/>
            <a:chExt cx="18722532" cy="10286999"/>
          </a:xfrm>
        </p:grpSpPr>
        <p:sp>
          <p:nvSpPr>
            <p:cNvPr id="70" name="曲线"/>
            <p:cNvSpPr>
              <a:spLocks/>
            </p:cNvSpPr>
            <p:nvPr/>
          </p:nvSpPr>
          <p:spPr>
            <a:xfrm rot="0">
              <a:off x="-114300" y="42867"/>
              <a:ext cx="18722532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1F1F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72" name="曲线"/>
          <p:cNvSpPr>
            <a:spLocks/>
          </p:cNvSpPr>
          <p:nvPr/>
        </p:nvSpPr>
        <p:spPr>
          <a:xfrm rot="0">
            <a:off x="11165774" y="0"/>
            <a:ext cx="7129462" cy="10294843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74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73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75" name="Rectangle"/>
          <p:cNvSpPr>
            <a:spLocks/>
          </p:cNvSpPr>
          <p:nvPr/>
        </p:nvSpPr>
        <p:spPr>
          <a:xfrm rot="0">
            <a:off x="1128712" y="9719531"/>
            <a:ext cx="2660333" cy="242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30" baseline="0">
                <a:solidFill>
                  <a:srgbClr val="2D83C3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3/21/2024  </a:t>
            </a:r>
            <a:r>
              <a:rPr lang="en-US" altLang="zh-CN" sz="1650" b="1" i="0" u="none" strike="noStrike" kern="1200" cap="none" spc="30" baseline="0">
                <a:solidFill>
                  <a:srgbClr val="2D83C3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Annual Review</a:t>
            </a:r>
            <a:endParaRPr lang="zh-CN" altLang="en-US" sz="1650" b="1" i="0" u="none" strike="noStrike" kern="1200" cap="none" spc="30" baseline="0">
              <a:solidFill>
                <a:srgbClr val="2D83C3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77" name="Combination"/>
          <p:cNvGrpSpPr>
            <a:grpSpLocks/>
          </p:cNvGrpSpPr>
          <p:nvPr/>
        </p:nvGrpSpPr>
        <p:grpSpPr>
          <a:xfrm>
            <a:off x="11044238" y="671512"/>
            <a:ext cx="542924" cy="542925"/>
            <a:chOff x="11044238" y="671512"/>
            <a:chExt cx="542924" cy="542925"/>
          </a:xfrm>
        </p:grpSpPr>
        <p:sp>
          <p:nvSpPr>
            <p:cNvPr id="76" name="曲线"/>
            <p:cNvSpPr>
              <a:spLocks/>
            </p:cNvSpPr>
            <p:nvPr/>
          </p:nvSpPr>
          <p:spPr>
            <a:xfrm rot="0">
              <a:off x="11044238" y="671512"/>
              <a:ext cx="542924" cy="54292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lnTo>
                    <a:pt x="7927" y="386"/>
                  </a:lnTo>
                  <a:lnTo>
                    <a:pt x="5350" y="1474"/>
                  </a:lnTo>
                  <a:lnTo>
                    <a:pt x="3164" y="3164"/>
                  </a:lnTo>
                  <a:lnTo>
                    <a:pt x="1474" y="5350"/>
                  </a:lnTo>
                  <a:lnTo>
                    <a:pt x="386" y="7927"/>
                  </a:lnTo>
                  <a:lnTo>
                    <a:pt x="0" y="10800"/>
                  </a:lnTo>
                  <a:lnTo>
                    <a:pt x="386" y="13672"/>
                  </a:lnTo>
                  <a:lnTo>
                    <a:pt x="1474" y="16253"/>
                  </a:lnTo>
                  <a:lnTo>
                    <a:pt x="3164" y="18439"/>
                  </a:lnTo>
                  <a:lnTo>
                    <a:pt x="5350" y="20129"/>
                  </a:lnTo>
                  <a:lnTo>
                    <a:pt x="7931" y="21217"/>
                  </a:lnTo>
                  <a:lnTo>
                    <a:pt x="10800" y="21600"/>
                  </a:lnTo>
                  <a:lnTo>
                    <a:pt x="13672" y="21213"/>
                  </a:lnTo>
                  <a:lnTo>
                    <a:pt x="16253" y="20125"/>
                  </a:lnTo>
                  <a:lnTo>
                    <a:pt x="18439" y="18435"/>
                  </a:lnTo>
                  <a:lnTo>
                    <a:pt x="20129" y="16249"/>
                  </a:lnTo>
                  <a:lnTo>
                    <a:pt x="21217" y="13668"/>
                  </a:lnTo>
                  <a:lnTo>
                    <a:pt x="21600" y="10800"/>
                  </a:lnTo>
                  <a:lnTo>
                    <a:pt x="21213" y="7927"/>
                  </a:lnTo>
                  <a:lnTo>
                    <a:pt x="20125" y="5346"/>
                  </a:lnTo>
                  <a:lnTo>
                    <a:pt x="18435" y="3160"/>
                  </a:lnTo>
                  <a:lnTo>
                    <a:pt x="16249" y="1470"/>
                  </a:lnTo>
                  <a:lnTo>
                    <a:pt x="13668" y="382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EBEBEB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78" name="曲线"/>
          <p:cNvSpPr>
            <a:spLocks/>
          </p:cNvSpPr>
          <p:nvPr/>
        </p:nvSpPr>
        <p:spPr>
          <a:xfrm rot="0">
            <a:off x="16516350" y="8415338"/>
            <a:ext cx="971550" cy="9715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80" name="Combination"/>
          <p:cNvGrpSpPr>
            <a:grpSpLocks/>
          </p:cNvGrpSpPr>
          <p:nvPr/>
        </p:nvGrpSpPr>
        <p:grpSpPr>
          <a:xfrm>
            <a:off x="16030575" y="9201150"/>
            <a:ext cx="371473" cy="371475"/>
            <a:chOff x="16030575" y="9201150"/>
            <a:chExt cx="371473" cy="371475"/>
          </a:xfrm>
        </p:grpSpPr>
        <p:sp>
          <p:nvSpPr>
            <p:cNvPr id="79" name="曲线"/>
            <p:cNvSpPr>
              <a:spLocks/>
            </p:cNvSpPr>
            <p:nvPr/>
          </p:nvSpPr>
          <p:spPr>
            <a:xfrm rot="0">
              <a:off x="16030575" y="9201150"/>
              <a:ext cx="371473" cy="3714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/>
            </a:blipFill>
            <a:ln cmpd="sng" cap="flat">
              <a:noFill/>
              <a:prstDash val="solid"/>
              <a:miter/>
            </a:ln>
          </p:spPr>
        </p:sp>
      </p:grpSp>
      <p:grpSp>
        <p:nvGrpSpPr>
          <p:cNvPr id="82" name="Combination"/>
          <p:cNvGrpSpPr>
            <a:grpSpLocks/>
          </p:cNvGrpSpPr>
          <p:nvPr/>
        </p:nvGrpSpPr>
        <p:grpSpPr>
          <a:xfrm>
            <a:off x="700087" y="9615488"/>
            <a:ext cx="5557837" cy="442912"/>
            <a:chOff x="700087" y="9615488"/>
            <a:chExt cx="5557837" cy="442912"/>
          </a:xfrm>
        </p:grpSpPr>
        <p:sp>
          <p:nvSpPr>
            <p:cNvPr id="81" name="曲线"/>
            <p:cNvSpPr>
              <a:spLocks/>
            </p:cNvSpPr>
            <p:nvPr/>
          </p:nvSpPr>
          <p:spPr>
            <a:xfrm rot="0">
              <a:off x="700087" y="9615488"/>
              <a:ext cx="5557837" cy="4429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t="-124" b="-124"/>
              </a:stretch>
            </a:blipFill>
            <a:ln cmpd="sng" cap="flat">
              <a:noFill/>
              <a:prstDash val="solid"/>
              <a:miter/>
            </a:ln>
          </p:spPr>
        </p:sp>
      </p:grpSp>
      <p:grpSp>
        <p:nvGrpSpPr>
          <p:cNvPr id="84" name="Combination"/>
          <p:cNvGrpSpPr>
            <a:grpSpLocks/>
          </p:cNvGrpSpPr>
          <p:nvPr/>
        </p:nvGrpSpPr>
        <p:grpSpPr>
          <a:xfrm>
            <a:off x="71438" y="5729285"/>
            <a:ext cx="2600325" cy="4514850"/>
            <a:chOff x="71438" y="5729285"/>
            <a:chExt cx="2600325" cy="4514850"/>
          </a:xfrm>
        </p:grpSpPr>
        <p:sp>
          <p:nvSpPr>
            <p:cNvPr id="83" name="曲线"/>
            <p:cNvSpPr>
              <a:spLocks/>
            </p:cNvSpPr>
            <p:nvPr/>
          </p:nvSpPr>
          <p:spPr>
            <a:xfrm rot="0">
              <a:off x="71438" y="5729285"/>
              <a:ext cx="2600325" cy="45148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3" r="-3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85" name="Rectangle"/>
          <p:cNvSpPr>
            <a:spLocks/>
          </p:cNvSpPr>
          <p:nvPr/>
        </p:nvSpPr>
        <p:spPr>
          <a:xfrm rot="0">
            <a:off x="1109662" y="662367"/>
            <a:ext cx="3535680" cy="21945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1" i="0" u="none" strike="noStrike" kern="1200" cap="none" spc="0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AGENDA</a:t>
            </a:r>
            <a:endParaRPr lang="zh-CN" altLang="en-US" sz="7200" b="1" i="0" u="none" strike="noStrike" kern="1200" cap="none" spc="0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86" name="Rectangle"/>
          <p:cNvSpPr>
            <a:spLocks/>
          </p:cNvSpPr>
          <p:nvPr/>
        </p:nvSpPr>
        <p:spPr>
          <a:xfrm rot="0">
            <a:off x="17030128" y="9707466"/>
            <a:ext cx="226693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3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87" name="Rectangle"/>
          <p:cNvSpPr>
            <a:spLocks/>
          </p:cNvSpPr>
          <p:nvPr/>
        </p:nvSpPr>
        <p:spPr>
          <a:xfrm rot="0">
            <a:off x="3856151" y="1522295"/>
            <a:ext cx="736091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Introduction</a:t>
            </a:r>
            <a:endParaRPr lang="en-US" altLang="zh-CN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Problem Statement</a:t>
            </a:r>
            <a:endParaRPr lang="en-US" altLang="zh-CN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Project Overview</a:t>
            </a:r>
            <a:endParaRPr lang="en-US" altLang="zh-CN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End Users</a:t>
            </a:r>
            <a:endParaRPr lang="en-US" altLang="zh-CN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Tools &amp; Technologies</a:t>
            </a:r>
            <a:endParaRPr lang="en-US" altLang="zh-CN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Portfolio Design</a:t>
            </a:r>
            <a:endParaRPr lang="en-US" altLang="zh-CN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Features &amp; Functionality </a:t>
            </a:r>
            <a:endParaRPr lang="en-US" altLang="zh-CN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  <a:p>
            <a:pPr marL="0" indent="0"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1200" cap="none" spc="0" baseline="0">
                <a:solidFill>
                  <a:srgbClr val="0D0D0D"/>
                </a:solidFill>
                <a:latin typeface="Times New Roman" pitchFamily="0" charset="0"/>
                <a:ea typeface="Times New Roman" pitchFamily="0" charset="0"/>
                <a:cs typeface="Times New Roman" pitchFamily="0" charset="0"/>
                <a:sym typeface="Times New Roman" pitchFamily="0" charset="0"/>
              </a:rPr>
              <a:t>- Results &amp; Conclusion</a:t>
            </a:r>
            <a:endParaRPr lang="zh-CN" altLang="en-US" sz="4200" b="0" i="0" u="none" strike="noStrike" kern="1200" cap="none" spc="0" baseline="0">
              <a:solidFill>
                <a:srgbClr val="0D0D0D"/>
              </a:solidFill>
              <a:latin typeface="Times New Roman" pitchFamily="0" charset="0"/>
              <a:ea typeface="Times New Roman" pitchFamily="0" charset="0"/>
              <a:cs typeface="Times New Roman" pitchFamily="0" charset="0"/>
              <a:sym typeface="Times New Roman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789577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88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91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90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93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92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95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94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97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96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99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98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01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100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03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102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05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104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07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106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09" name="Combination"/>
          <p:cNvGrpSpPr>
            <a:grpSpLocks/>
          </p:cNvGrpSpPr>
          <p:nvPr/>
        </p:nvGrpSpPr>
        <p:grpSpPr>
          <a:xfrm>
            <a:off x="14455470" y="8607374"/>
            <a:ext cx="550068" cy="550069"/>
            <a:chOff x="14455470" y="8607374"/>
            <a:chExt cx="550068" cy="550069"/>
          </a:xfrm>
        </p:grpSpPr>
        <p:sp>
          <p:nvSpPr>
            <p:cNvPr id="108" name="曲线"/>
            <p:cNvSpPr>
              <a:spLocks/>
            </p:cNvSpPr>
            <p:nvPr/>
          </p:nvSpPr>
          <p:spPr>
            <a:xfrm rot="0">
              <a:off x="14455470" y="8607374"/>
              <a:ext cx="550068" cy="55006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11" name="Combination"/>
          <p:cNvGrpSpPr>
            <a:grpSpLocks/>
          </p:cNvGrpSpPr>
          <p:nvPr/>
        </p:nvGrpSpPr>
        <p:grpSpPr>
          <a:xfrm>
            <a:off x="14708601" y="9429750"/>
            <a:ext cx="271461" cy="271462"/>
            <a:chOff x="14708601" y="9429750"/>
            <a:chExt cx="271461" cy="271462"/>
          </a:xfrm>
        </p:grpSpPr>
        <p:sp>
          <p:nvSpPr>
            <p:cNvPr id="110" name="曲线"/>
            <p:cNvSpPr>
              <a:spLocks/>
            </p:cNvSpPr>
            <p:nvPr/>
          </p:nvSpPr>
          <p:spPr>
            <a:xfrm rot="0">
              <a:off x="14708601" y="9429750"/>
              <a:ext cx="271461" cy="2714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13" name="Combination"/>
          <p:cNvGrpSpPr>
            <a:grpSpLocks/>
          </p:cNvGrpSpPr>
          <p:nvPr/>
        </p:nvGrpSpPr>
        <p:grpSpPr>
          <a:xfrm>
            <a:off x="12636913" y="4938941"/>
            <a:ext cx="4143374" cy="4886325"/>
            <a:chOff x="12636913" y="4938941"/>
            <a:chExt cx="4143374" cy="4886325"/>
          </a:xfrm>
        </p:grpSpPr>
        <p:sp>
          <p:nvSpPr>
            <p:cNvPr id="112" name="曲线"/>
            <p:cNvSpPr>
              <a:spLocks/>
            </p:cNvSpPr>
            <p:nvPr/>
          </p:nvSpPr>
          <p:spPr>
            <a:xfrm rot="0">
              <a:off x="12636913" y="4938941"/>
              <a:ext cx="4143374" cy="488632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l="-21" r="-21"/>
              </a:stretch>
            </a:blipFill>
            <a:ln cmpd="sng" cap="flat">
              <a:noFill/>
              <a:prstDash val="solid"/>
              <a:miter/>
            </a:ln>
          </p:spPr>
        </p:sp>
      </p:grpSp>
      <p:grpSp>
        <p:nvGrpSpPr>
          <p:cNvPr id="115" name="Combination"/>
          <p:cNvGrpSpPr>
            <a:grpSpLocks/>
          </p:cNvGrpSpPr>
          <p:nvPr/>
        </p:nvGrpSpPr>
        <p:grpSpPr>
          <a:xfrm>
            <a:off x="4862243" y="3323766"/>
            <a:ext cx="446049" cy="459564"/>
            <a:chOff x="4862243" y="3323766"/>
            <a:chExt cx="446049" cy="459564"/>
          </a:xfrm>
        </p:grpSpPr>
        <p:sp>
          <p:nvSpPr>
            <p:cNvPr id="114" name="曲线"/>
            <p:cNvSpPr>
              <a:spLocks/>
            </p:cNvSpPr>
            <p:nvPr/>
          </p:nvSpPr>
          <p:spPr>
            <a:xfrm rot="0">
              <a:off x="4862243" y="3323766"/>
              <a:ext cx="446049" cy="45956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16" name="Rectangle"/>
          <p:cNvSpPr>
            <a:spLocks/>
          </p:cNvSpPr>
          <p:nvPr/>
        </p:nvSpPr>
        <p:spPr>
          <a:xfrm rot="0">
            <a:off x="1251107" y="869567"/>
            <a:ext cx="8455343" cy="971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22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PROBLEM	STATEMENT</a:t>
            </a:r>
            <a:endParaRPr lang="zh-CN" altLang="en-US" sz="6375" b="1" i="0" u="none" strike="noStrike" kern="1200" cap="none" spc="22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118" name="Combination"/>
          <p:cNvGrpSpPr>
            <a:grpSpLocks/>
          </p:cNvGrpSpPr>
          <p:nvPr/>
        </p:nvGrpSpPr>
        <p:grpSpPr>
          <a:xfrm>
            <a:off x="1014412" y="9701212"/>
            <a:ext cx="3214688" cy="300038"/>
            <a:chOff x="1014412" y="9701212"/>
            <a:chExt cx="3214688" cy="300038"/>
          </a:xfrm>
        </p:grpSpPr>
        <p:sp>
          <p:nvSpPr>
            <p:cNvPr id="117" name="曲线"/>
            <p:cNvSpPr>
              <a:spLocks/>
            </p:cNvSpPr>
            <p:nvPr/>
          </p:nvSpPr>
          <p:spPr>
            <a:xfrm rot="0">
              <a:off x="1014412" y="9701212"/>
              <a:ext cx="3214688" cy="30003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119" name="Rectangle"/>
          <p:cNvSpPr>
            <a:spLocks/>
          </p:cNvSpPr>
          <p:nvPr/>
        </p:nvSpPr>
        <p:spPr>
          <a:xfrm rot="0">
            <a:off x="17030128" y="9707466"/>
            <a:ext cx="226693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4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120" name="Rectangle"/>
          <p:cNvSpPr>
            <a:spLocks/>
          </p:cNvSpPr>
          <p:nvPr/>
        </p:nvSpPr>
        <p:spPr>
          <a:xfrm rot="0">
            <a:off x="4499142" y="3304717"/>
            <a:ext cx="10414616" cy="21869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3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584" b="0" i="0" u="none" strike="noStrike" kern="1200" cap="none" spc="32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Students often struggle to present their</a:t>
            </a:r>
            <a:endParaRPr lang="en-US" altLang="zh-CN" sz="3584" b="0" i="0" u="none" strike="noStrike" kern="1200" cap="none" spc="32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3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584" b="0" i="0" u="none" strike="noStrike" kern="1200" cap="none" spc="32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skills and projects effectively to recruiters.</a:t>
            </a:r>
            <a:endParaRPr lang="en-US" altLang="zh-CN" sz="3584" b="0" i="0" u="none" strike="noStrike" kern="1200" cap="none" spc="32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3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584" b="0" i="0" u="none" strike="noStrike" kern="1200" cap="none" spc="32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A structured digital portfolio solves this problem.</a:t>
            </a:r>
            <a:endParaRPr lang="zh-CN" altLang="en-US" sz="3584" b="0" i="0" u="none" strike="noStrike" kern="1200" cap="none" spc="32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31482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121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24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123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26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125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28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127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30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129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32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131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34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133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36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135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38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137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40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139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42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141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44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143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46" name="Combination"/>
          <p:cNvGrpSpPr>
            <a:grpSpLocks/>
          </p:cNvGrpSpPr>
          <p:nvPr/>
        </p:nvGrpSpPr>
        <p:grpSpPr>
          <a:xfrm>
            <a:off x="12987339" y="3971925"/>
            <a:ext cx="5300663" cy="5715000"/>
            <a:chOff x="12987339" y="3971925"/>
            <a:chExt cx="5300663" cy="5715000"/>
          </a:xfrm>
        </p:grpSpPr>
        <p:sp>
          <p:nvSpPr>
            <p:cNvPr id="145" name="曲线"/>
            <p:cNvSpPr>
              <a:spLocks/>
            </p:cNvSpPr>
            <p:nvPr/>
          </p:nvSpPr>
          <p:spPr>
            <a:xfrm rot="0">
              <a:off x="12987339" y="3971925"/>
              <a:ext cx="530066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/>
            </a:blipFill>
            <a:ln cmpd="sng" cap="flat">
              <a:noFill/>
              <a:prstDash val="solid"/>
              <a:miter/>
            </a:ln>
          </p:spPr>
        </p:sp>
      </p:grpSp>
      <p:grpSp>
        <p:nvGrpSpPr>
          <p:cNvPr id="148" name="Combination"/>
          <p:cNvGrpSpPr>
            <a:grpSpLocks/>
          </p:cNvGrpSpPr>
          <p:nvPr/>
        </p:nvGrpSpPr>
        <p:grpSpPr>
          <a:xfrm>
            <a:off x="4585811" y="3729038"/>
            <a:ext cx="471487" cy="485774"/>
            <a:chOff x="4585811" y="3729038"/>
            <a:chExt cx="471487" cy="485774"/>
          </a:xfrm>
        </p:grpSpPr>
        <p:sp>
          <p:nvSpPr>
            <p:cNvPr id="147" name="曲线"/>
            <p:cNvSpPr>
              <a:spLocks/>
            </p:cNvSpPr>
            <p:nvPr/>
          </p:nvSpPr>
          <p:spPr>
            <a:xfrm rot="0">
              <a:off x="4585811" y="3729038"/>
              <a:ext cx="471487" cy="48577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49" name="Rectangle"/>
          <p:cNvSpPr>
            <a:spLocks/>
          </p:cNvSpPr>
          <p:nvPr/>
        </p:nvSpPr>
        <p:spPr>
          <a:xfrm rot="0">
            <a:off x="1109662" y="1251425"/>
            <a:ext cx="7895272" cy="971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7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PROJECT	OVERVIEW</a:t>
            </a:r>
            <a:endParaRPr lang="zh-CN" altLang="en-US" sz="6375" b="1" i="0" u="none" strike="noStrike" kern="1200" cap="none" spc="7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151" name="Combination"/>
          <p:cNvGrpSpPr>
            <a:grpSpLocks/>
          </p:cNvGrpSpPr>
          <p:nvPr/>
        </p:nvGrpSpPr>
        <p:grpSpPr>
          <a:xfrm>
            <a:off x="1014412" y="9701212"/>
            <a:ext cx="3214688" cy="300038"/>
            <a:chOff x="1014412" y="9701212"/>
            <a:chExt cx="3214688" cy="300038"/>
          </a:xfrm>
        </p:grpSpPr>
        <p:sp>
          <p:nvSpPr>
            <p:cNvPr id="150" name="曲线"/>
            <p:cNvSpPr>
              <a:spLocks/>
            </p:cNvSpPr>
            <p:nvPr/>
          </p:nvSpPr>
          <p:spPr>
            <a:xfrm rot="0">
              <a:off x="1014412" y="9701212"/>
              <a:ext cx="3214688" cy="30003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152" name="Rectangle"/>
          <p:cNvSpPr>
            <a:spLocks/>
          </p:cNvSpPr>
          <p:nvPr/>
        </p:nvSpPr>
        <p:spPr>
          <a:xfrm rot="0">
            <a:off x="17030128" y="9707466"/>
            <a:ext cx="226693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5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153" name="Rectangle"/>
          <p:cNvSpPr>
            <a:spLocks/>
          </p:cNvSpPr>
          <p:nvPr/>
        </p:nvSpPr>
        <p:spPr>
          <a:xfrm rot="0">
            <a:off x="5424805" y="3719830"/>
            <a:ext cx="8078469" cy="1618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23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Students often struggle to present their skills and </a:t>
            </a:r>
            <a:endParaRPr lang="en-US" altLang="zh-CN" sz="2800" b="0" i="0" u="none" strike="noStrike" kern="1200" cap="none" spc="23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23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projects effectively to recruiters. A structured</a:t>
            </a:r>
            <a:endParaRPr lang="en-US" altLang="zh-CN" sz="2800" b="0" i="0" u="none" strike="noStrike" kern="1200" cap="none" spc="23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23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digital portfolio solves this problem.</a:t>
            </a:r>
            <a:endParaRPr lang="zh-CN" altLang="en-US" sz="2800" b="0" i="0" u="none" strike="noStrike" kern="1200" cap="none" spc="23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74013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154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57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156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59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158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61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160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63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162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65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164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67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166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69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168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71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170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73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172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75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174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77" name="Combination"/>
          <p:cNvGrpSpPr>
            <a:grpSpLocks/>
          </p:cNvGrpSpPr>
          <p:nvPr/>
        </p:nvGrpSpPr>
        <p:grpSpPr>
          <a:xfrm>
            <a:off x="3886200" y="4086225"/>
            <a:ext cx="471487" cy="485775"/>
            <a:chOff x="3886200" y="4086225"/>
            <a:chExt cx="471487" cy="485775"/>
          </a:xfrm>
        </p:grpSpPr>
        <p:sp>
          <p:nvSpPr>
            <p:cNvPr id="176" name="曲线"/>
            <p:cNvSpPr>
              <a:spLocks/>
            </p:cNvSpPr>
            <p:nvPr/>
          </p:nvSpPr>
          <p:spPr>
            <a:xfrm rot="0">
              <a:off x="3886200" y="4086225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79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178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80" name="Rectangle"/>
          <p:cNvSpPr>
            <a:spLocks/>
          </p:cNvSpPr>
          <p:nvPr/>
        </p:nvSpPr>
        <p:spPr>
          <a:xfrm rot="0">
            <a:off x="1049178" y="1344674"/>
            <a:ext cx="7521892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-15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WHO ARE THE END USERS?</a:t>
            </a:r>
            <a:endParaRPr lang="zh-CN" altLang="en-US" sz="4800" b="1" i="0" u="none" strike="noStrike" kern="1200" cap="none" spc="-15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182" name="Combination"/>
          <p:cNvGrpSpPr>
            <a:grpSpLocks/>
          </p:cNvGrpSpPr>
          <p:nvPr/>
        </p:nvGrpSpPr>
        <p:grpSpPr>
          <a:xfrm>
            <a:off x="1085850" y="9258300"/>
            <a:ext cx="3271837" cy="728662"/>
            <a:chOff x="1085850" y="9258300"/>
            <a:chExt cx="3271837" cy="728662"/>
          </a:xfrm>
        </p:grpSpPr>
        <p:sp>
          <p:nvSpPr>
            <p:cNvPr id="181" name="曲线"/>
            <p:cNvSpPr>
              <a:spLocks/>
            </p:cNvSpPr>
            <p:nvPr/>
          </p:nvSpPr>
          <p:spPr>
            <a:xfrm rot="0">
              <a:off x="1085850" y="9258300"/>
              <a:ext cx="3271837" cy="72866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/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183" name="Rectangle"/>
          <p:cNvSpPr>
            <a:spLocks/>
          </p:cNvSpPr>
          <p:nvPr/>
        </p:nvSpPr>
        <p:spPr>
          <a:xfrm rot="0">
            <a:off x="17030128" y="9707466"/>
            <a:ext cx="226693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6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184" name="Rectangle"/>
          <p:cNvSpPr>
            <a:spLocks/>
          </p:cNvSpPr>
          <p:nvPr/>
        </p:nvSpPr>
        <p:spPr>
          <a:xfrm rot="0">
            <a:off x="2237340" y="4028684"/>
            <a:ext cx="7362608" cy="44983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15" b="0" i="0" u="none" strike="noStrike" kern="1200" cap="none" spc="37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- Students</a:t>
            </a:r>
            <a:endParaRPr lang="en-US" altLang="zh-CN" sz="4215" b="0" i="0" u="none" strike="noStrike" kern="1200" cap="none" spc="37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15" b="0" i="0" u="none" strike="noStrike" kern="1200" cap="none" spc="37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</a:t>
            </a:r>
            <a:r>
              <a:rPr lang="en-US" altLang="zh-CN" sz="4215" b="0" i="0" u="none" strike="noStrike" kern="1200" cap="none" spc="37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- Recruiters</a:t>
            </a:r>
            <a:endParaRPr lang="en-US" altLang="zh-CN" sz="4215" b="0" i="0" u="none" strike="noStrike" kern="1200" cap="none" spc="37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15" b="0" i="0" u="none" strike="noStrike" kern="1200" cap="none" spc="37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</a:t>
            </a:r>
            <a:r>
              <a:rPr lang="en-US" altLang="zh-CN" sz="4215" b="0" i="0" u="none" strike="noStrike" kern="1200" cap="none" spc="37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- Teachers</a:t>
            </a:r>
            <a:endParaRPr lang="en-US" altLang="zh-CN" sz="4215" b="0" i="0" u="none" strike="noStrike" kern="1200" cap="none" spc="37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15" b="0" i="0" u="none" strike="noStrike" kern="1200" cap="none" spc="37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       </a:t>
            </a:r>
            <a:r>
              <a:rPr lang="en-US" altLang="zh-CN" sz="4215" b="0" i="0" u="none" strike="noStrike" kern="1200" cap="none" spc="37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- Project evaluators</a:t>
            </a:r>
            <a:endParaRPr lang="en-US" altLang="zh-CN" sz="4215" b="0" i="0" u="none" strike="noStrike" kern="1200" cap="none" spc="37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4215" b="0" i="0" u="none" strike="noStrike" kern="1200" cap="none" spc="37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215" b="0" i="0" u="none" strike="noStrike" kern="1200" cap="none" spc="37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94501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185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88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187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90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189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92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191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94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193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96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195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198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197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00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199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02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201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04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203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06" name="Combination"/>
          <p:cNvGrpSpPr>
            <a:grpSpLocks/>
          </p:cNvGrpSpPr>
          <p:nvPr/>
        </p:nvGrpSpPr>
        <p:grpSpPr>
          <a:xfrm>
            <a:off x="0" y="2214562"/>
            <a:ext cx="4043362" cy="4872038"/>
            <a:chOff x="0" y="2214562"/>
            <a:chExt cx="4043362" cy="4872038"/>
          </a:xfrm>
        </p:grpSpPr>
        <p:sp>
          <p:nvSpPr>
            <p:cNvPr id="205" name="曲线"/>
            <p:cNvSpPr>
              <a:spLocks/>
            </p:cNvSpPr>
            <p:nvPr/>
          </p:nvSpPr>
          <p:spPr>
            <a:xfrm rot="0">
              <a:off x="0" y="2214562"/>
              <a:ext cx="4043362" cy="487203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l="-13" r="-13"/>
              </a:stretch>
            </a:blipFill>
            <a:ln cmpd="sng" cap="flat">
              <a:noFill/>
              <a:prstDash val="solid"/>
              <a:miter/>
            </a:ln>
          </p:spPr>
        </p:sp>
      </p:grpSp>
      <p:grpSp>
        <p:nvGrpSpPr>
          <p:cNvPr id="208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207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10" name="Combination"/>
          <p:cNvGrpSpPr>
            <a:grpSpLocks/>
          </p:cNvGrpSpPr>
          <p:nvPr/>
        </p:nvGrpSpPr>
        <p:grpSpPr>
          <a:xfrm>
            <a:off x="10044112" y="2543175"/>
            <a:ext cx="471488" cy="485774"/>
            <a:chOff x="10044112" y="2543175"/>
            <a:chExt cx="471488" cy="485774"/>
          </a:xfrm>
        </p:grpSpPr>
        <p:sp>
          <p:nvSpPr>
            <p:cNvPr id="209" name="曲线"/>
            <p:cNvSpPr>
              <a:spLocks/>
            </p:cNvSpPr>
            <p:nvPr/>
          </p:nvSpPr>
          <p:spPr>
            <a:xfrm rot="0">
              <a:off x="10044112" y="2543175"/>
              <a:ext cx="471488" cy="48577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12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211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13" name="Rectangle"/>
          <p:cNvSpPr>
            <a:spLocks/>
          </p:cNvSpPr>
          <p:nvPr/>
        </p:nvSpPr>
        <p:spPr>
          <a:xfrm rot="0">
            <a:off x="837247" y="1290637"/>
            <a:ext cx="14644688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1" i="0" u="none" strike="noStrike" kern="1200" cap="none" spc="15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TOOLS AND TECHNIQUES</a:t>
            </a:r>
            <a:endParaRPr lang="zh-CN" altLang="en-US" sz="5400" b="1" i="0" u="none" strike="noStrike" kern="1200" cap="none" spc="15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215" name="Combination"/>
          <p:cNvGrpSpPr>
            <a:grpSpLocks/>
          </p:cNvGrpSpPr>
          <p:nvPr/>
        </p:nvGrpSpPr>
        <p:grpSpPr>
          <a:xfrm>
            <a:off x="1014412" y="9701212"/>
            <a:ext cx="3214688" cy="300038"/>
            <a:chOff x="1014412" y="9701212"/>
            <a:chExt cx="3214688" cy="300038"/>
          </a:xfrm>
        </p:grpSpPr>
        <p:sp>
          <p:nvSpPr>
            <p:cNvPr id="214" name="曲线"/>
            <p:cNvSpPr>
              <a:spLocks/>
            </p:cNvSpPr>
            <p:nvPr/>
          </p:nvSpPr>
          <p:spPr>
            <a:xfrm rot="0">
              <a:off x="1014412" y="9701212"/>
              <a:ext cx="3214688" cy="30003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216" name="Rectangle"/>
          <p:cNvSpPr>
            <a:spLocks/>
          </p:cNvSpPr>
          <p:nvPr/>
        </p:nvSpPr>
        <p:spPr>
          <a:xfrm rot="0">
            <a:off x="17030128" y="9707466"/>
            <a:ext cx="226693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7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217" name="Rectangle"/>
          <p:cNvSpPr>
            <a:spLocks/>
          </p:cNvSpPr>
          <p:nvPr/>
        </p:nvSpPr>
        <p:spPr>
          <a:xfrm rot="0">
            <a:off x="-4419823" y="3728183"/>
            <a:ext cx="19271520" cy="3634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975" b="0" i="0" u="none" strike="noStrike" kern="1200" cap="none" spc="35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              - HTML, CSS, JavaScript</a:t>
            </a:r>
            <a:endParaRPr lang="en-US" altLang="zh-CN" sz="3975" b="0" i="0" u="none" strike="noStrike" kern="1200" cap="none" spc="35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975" b="0" i="0" u="none" strike="noStrike" kern="1200" cap="none" spc="35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- Python</a:t>
            </a:r>
            <a:endParaRPr lang="en-US" altLang="zh-CN" sz="3975" b="0" i="0" u="none" strike="noStrike" kern="1200" cap="none" spc="35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975" b="0" i="0" u="none" strike="noStrike" kern="1200" cap="none" spc="35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 - UI/UX Design</a:t>
            </a:r>
            <a:endParaRPr lang="en-US" altLang="zh-CN" sz="3975" b="0" i="0" u="none" strike="noStrike" kern="1200" cap="none" spc="35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975" b="0" i="0" u="none" strike="noStrike" kern="1200" cap="none" spc="35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                                         - Diploma in Computer Applications (DCA)</a:t>
            </a:r>
            <a:endParaRPr lang="en-US" altLang="zh-CN" sz="3975" b="0" i="0" u="none" strike="noStrike" kern="1200" cap="none" spc="35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975" b="0" i="0" u="none" strike="noStrike" kern="1200" cap="none" spc="35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</a:t>
            </a:r>
            <a:endParaRPr lang="en-US" altLang="zh-CN" sz="3975" b="0" i="0" u="none" strike="noStrike" kern="1200" cap="none" spc="35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477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975" b="0" i="0" u="none" strike="noStrike" kern="1200" cap="none" spc="35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94168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218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21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220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23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222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25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224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27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226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29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228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31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230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33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232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35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234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37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236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39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238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41" name="Combination"/>
          <p:cNvGrpSpPr>
            <a:grpSpLocks/>
          </p:cNvGrpSpPr>
          <p:nvPr/>
        </p:nvGrpSpPr>
        <p:grpSpPr>
          <a:xfrm>
            <a:off x="2500312" y="9701212"/>
            <a:ext cx="114300" cy="266700"/>
            <a:chOff x="2500312" y="9701212"/>
            <a:chExt cx="114300" cy="266700"/>
          </a:xfrm>
        </p:grpSpPr>
        <p:sp>
          <p:nvSpPr>
            <p:cNvPr id="240" name="曲线"/>
            <p:cNvSpPr>
              <a:spLocks/>
            </p:cNvSpPr>
            <p:nvPr/>
          </p:nvSpPr>
          <p:spPr>
            <a:xfrm rot="0">
              <a:off x="2500312" y="9701212"/>
              <a:ext cx="114300" cy="2667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242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8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243" name="Rectangle"/>
          <p:cNvSpPr>
            <a:spLocks/>
          </p:cNvSpPr>
          <p:nvPr/>
        </p:nvSpPr>
        <p:spPr>
          <a:xfrm rot="0">
            <a:off x="1109662" y="440529"/>
            <a:ext cx="13192125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22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POTFOLIO DESIGN AND LAYOUT</a:t>
            </a:r>
            <a:endParaRPr lang="zh-CN" altLang="en-US" sz="6000" b="1" i="0" u="none" strike="noStrike" kern="1200" cap="none" spc="22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245" name="Combination"/>
          <p:cNvGrpSpPr>
            <a:grpSpLocks/>
          </p:cNvGrpSpPr>
          <p:nvPr/>
        </p:nvGrpSpPr>
        <p:grpSpPr>
          <a:xfrm>
            <a:off x="15087600" y="787712"/>
            <a:ext cx="685800" cy="685800"/>
            <a:chOff x="15087600" y="787712"/>
            <a:chExt cx="685800" cy="685800"/>
          </a:xfrm>
        </p:grpSpPr>
        <p:sp>
          <p:nvSpPr>
            <p:cNvPr id="244" name="曲线"/>
            <p:cNvSpPr>
              <a:spLocks/>
            </p:cNvSpPr>
            <p:nvPr/>
          </p:nvSpPr>
          <p:spPr>
            <a:xfrm rot="0">
              <a:off x="15087600" y="787712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46" name="Rectangle"/>
          <p:cNvSpPr>
            <a:spLocks/>
          </p:cNvSpPr>
          <p:nvPr/>
        </p:nvSpPr>
        <p:spPr>
          <a:xfrm rot="0">
            <a:off x="4169768" y="2830411"/>
            <a:ext cx="50403" cy="1320013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7" name="Rectangle"/>
          <p:cNvSpPr>
            <a:spLocks/>
          </p:cNvSpPr>
          <p:nvPr/>
        </p:nvSpPr>
        <p:spPr>
          <a:xfrm rot="0">
            <a:off x="-114308" y="2744064"/>
            <a:ext cx="13887458" cy="34671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5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50" b="0" i="0" u="none" strike="noStrike" kern="1200" cap="none" spc="40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     -Clean, modern, and responsive layout</a:t>
            </a:r>
            <a:endParaRPr lang="en-US" altLang="zh-CN" sz="4550" b="0" i="0" u="none" strike="noStrike" kern="1200" cap="none" spc="40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50" b="0" i="0" u="none" strike="noStrike" kern="1200" cap="none" spc="40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- Header with navigation</a:t>
            </a:r>
            <a:endParaRPr lang="en-US" altLang="zh-CN" sz="4550" b="0" i="0" u="none" strike="noStrike" kern="1200" cap="none" spc="40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50" b="0" i="0" u="none" strike="noStrike" kern="1200" cap="none" spc="40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          </a:t>
            </a:r>
            <a:r>
              <a:rPr lang="en-US" altLang="zh-CN" sz="4550" b="0" i="0" u="none" strike="noStrike" kern="1200" cap="none" spc="40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- About, Education, Skills, Projects, and Contact sections</a:t>
            </a:r>
            <a:endParaRPr lang="en-US" altLang="zh-CN" sz="4550" b="0" i="0" u="none" strike="noStrike" kern="1200" cap="none" spc="40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  <a:p>
            <a:pPr marL="0" indent="0" algn="ctr">
              <a:lnSpc>
                <a:spcPts val="5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550" b="0" i="0" u="none" strike="noStrike" kern="1200" cap="none" spc="41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         </a:t>
            </a:r>
            <a:r>
              <a:rPr lang="en-US" altLang="zh-CN" sz="4550" b="0" i="0" u="none" strike="noStrike" kern="1200" cap="none" spc="41" baseline="0">
                <a:solidFill>
                  <a:srgbClr val="000000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- Grid-based skills and projects display</a:t>
            </a:r>
            <a:endParaRPr lang="zh-CN" altLang="en-US" sz="4550" b="0" i="0" u="none" strike="noStrike" kern="1200" cap="none" spc="41" baseline="0">
              <a:solidFill>
                <a:srgbClr val="000000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88456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248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51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250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53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252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55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254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57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256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59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258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61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260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63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262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65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264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67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266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68" name="Rectangle"/>
          <p:cNvSpPr>
            <a:spLocks/>
          </p:cNvSpPr>
          <p:nvPr/>
        </p:nvSpPr>
        <p:spPr>
          <a:xfrm rot="0">
            <a:off x="1132998" y="559116"/>
            <a:ext cx="16022002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1" i="0" u="none" strike="noStrike" kern="1200" cap="none" spc="0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FEATURES AND FUNCTIONALITY</a:t>
            </a:r>
            <a:endParaRPr lang="zh-CN" altLang="en-US" sz="7200" b="1" i="0" u="none" strike="noStrike" kern="1200" cap="none" spc="0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269" name="Rectangle"/>
          <p:cNvSpPr>
            <a:spLocks/>
          </p:cNvSpPr>
          <p:nvPr/>
        </p:nvSpPr>
        <p:spPr>
          <a:xfrm rot="0">
            <a:off x="3128010" y="2748280"/>
            <a:ext cx="10435590" cy="28060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- User-friendly design</a:t>
            </a:r>
            <a:endParaRPr lang="en-US" altLang="zh-CN" sz="36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- Interactive navigation</a:t>
            </a:r>
            <a:endParaRPr lang="en-US" altLang="zh-CN" sz="36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- Contact form</a:t>
            </a:r>
            <a:endParaRPr lang="en-US" altLang="zh-CN" sz="36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- Highlighted projects and skills</a:t>
            </a:r>
            <a:endParaRPr lang="en-US" altLang="zh-CN" sz="36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6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802857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270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73" name="Combination"/>
          <p:cNvGrpSpPr>
            <a:grpSpLocks/>
          </p:cNvGrpSpPr>
          <p:nvPr/>
        </p:nvGrpSpPr>
        <p:grpSpPr>
          <a:xfrm>
            <a:off x="11165106" y="5600573"/>
            <a:ext cx="7123081" cy="4756498"/>
            <a:chOff x="11165106" y="5600573"/>
            <a:chExt cx="7123081" cy="4756498"/>
          </a:xfrm>
        </p:grpSpPr>
        <p:sp>
          <p:nvSpPr>
            <p:cNvPr id="272" name="曲线"/>
            <p:cNvSpPr>
              <a:spLocks/>
            </p:cNvSpPr>
            <p:nvPr/>
          </p:nvSpPr>
          <p:spPr>
            <a:xfrm rot="0">
              <a:off x="11165106" y="5600573"/>
              <a:ext cx="7123081" cy="475649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75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274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77" name="Combination"/>
          <p:cNvGrpSpPr>
            <a:grpSpLocks/>
          </p:cNvGrpSpPr>
          <p:nvPr/>
        </p:nvGrpSpPr>
        <p:grpSpPr>
          <a:xfrm>
            <a:off x="14404318" y="114300"/>
            <a:ext cx="3883723" cy="10286999"/>
            <a:chOff x="14404318" y="114300"/>
            <a:chExt cx="3883723" cy="10286999"/>
          </a:xfrm>
        </p:grpSpPr>
        <p:sp>
          <p:nvSpPr>
            <p:cNvPr id="276" name="曲线"/>
            <p:cNvSpPr>
              <a:spLocks/>
            </p:cNvSpPr>
            <p:nvPr/>
          </p:nvSpPr>
          <p:spPr>
            <a:xfrm rot="0">
              <a:off x="14404318" y="11430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79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278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81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280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83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282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85" name="Combination"/>
          <p:cNvGrpSpPr>
            <a:grpSpLocks/>
          </p:cNvGrpSpPr>
          <p:nvPr/>
        </p:nvGrpSpPr>
        <p:grpSpPr>
          <a:xfrm>
            <a:off x="16344680" y="69850"/>
            <a:ext cx="1883664" cy="10286999"/>
            <a:chOff x="16344680" y="69850"/>
            <a:chExt cx="1883664" cy="10286999"/>
          </a:xfrm>
        </p:grpSpPr>
        <p:sp>
          <p:nvSpPr>
            <p:cNvPr id="284" name="曲线"/>
            <p:cNvSpPr>
              <a:spLocks/>
            </p:cNvSpPr>
            <p:nvPr/>
          </p:nvSpPr>
          <p:spPr>
            <a:xfrm rot="0">
              <a:off x="16344680" y="69850"/>
              <a:ext cx="1883664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87" name="Combination"/>
          <p:cNvGrpSpPr>
            <a:grpSpLocks/>
          </p:cNvGrpSpPr>
          <p:nvPr/>
        </p:nvGrpSpPr>
        <p:grpSpPr>
          <a:xfrm>
            <a:off x="15392085" y="5456238"/>
            <a:ext cx="2728911" cy="4900611"/>
            <a:chOff x="15392085" y="5456238"/>
            <a:chExt cx="2728911" cy="4900611"/>
          </a:xfrm>
        </p:grpSpPr>
        <p:sp>
          <p:nvSpPr>
            <p:cNvPr id="286" name="曲线"/>
            <p:cNvSpPr>
              <a:spLocks/>
            </p:cNvSpPr>
            <p:nvPr/>
          </p:nvSpPr>
          <p:spPr>
            <a:xfrm rot="0">
              <a:off x="15392085" y="5456238"/>
              <a:ext cx="2728911" cy="490061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89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288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90" name="Rectangle"/>
          <p:cNvSpPr>
            <a:spLocks/>
          </p:cNvSpPr>
          <p:nvPr/>
        </p:nvSpPr>
        <p:spPr>
          <a:xfrm rot="0">
            <a:off x="1128712" y="9719531"/>
            <a:ext cx="2660333" cy="242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30" baseline="0">
                <a:solidFill>
                  <a:srgbClr val="2D83C3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3/21/2024  </a:t>
            </a:r>
            <a:r>
              <a:rPr lang="en-US" altLang="zh-CN" sz="1650" b="1" i="0" u="none" strike="noStrike" kern="1200" cap="none" spc="30" baseline="0">
                <a:solidFill>
                  <a:srgbClr val="2D83C3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Annual Review</a:t>
            </a:r>
            <a:endParaRPr lang="zh-CN" altLang="en-US" sz="1650" b="1" i="0" u="none" strike="noStrike" kern="1200" cap="none" spc="30" baseline="0">
              <a:solidFill>
                <a:srgbClr val="2D83C3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292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291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94" name="Combination"/>
          <p:cNvGrpSpPr>
            <a:grpSpLocks/>
          </p:cNvGrpSpPr>
          <p:nvPr/>
        </p:nvGrpSpPr>
        <p:grpSpPr>
          <a:xfrm>
            <a:off x="4191316" y="3086100"/>
            <a:ext cx="471487" cy="485775"/>
            <a:chOff x="4191316" y="3086100"/>
            <a:chExt cx="471487" cy="485775"/>
          </a:xfrm>
        </p:grpSpPr>
        <p:sp>
          <p:nvSpPr>
            <p:cNvPr id="293" name="曲线"/>
            <p:cNvSpPr>
              <a:spLocks/>
            </p:cNvSpPr>
            <p:nvPr/>
          </p:nvSpPr>
          <p:spPr>
            <a:xfrm rot="0">
              <a:off x="4191316" y="30861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96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295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298" name="Combination"/>
          <p:cNvGrpSpPr>
            <a:grpSpLocks/>
          </p:cNvGrpSpPr>
          <p:nvPr/>
        </p:nvGrpSpPr>
        <p:grpSpPr>
          <a:xfrm>
            <a:off x="100012" y="5072060"/>
            <a:ext cx="3700462" cy="5129213"/>
            <a:chOff x="100012" y="5072060"/>
            <a:chExt cx="3700462" cy="5129213"/>
          </a:xfrm>
        </p:grpSpPr>
        <p:sp>
          <p:nvSpPr>
            <p:cNvPr id="297" name="曲线"/>
            <p:cNvSpPr>
              <a:spLocks/>
            </p:cNvSpPr>
            <p:nvPr/>
          </p:nvSpPr>
          <p:spPr>
            <a:xfrm rot="0">
              <a:off x="100012" y="5072060"/>
              <a:ext cx="3700462" cy="512921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t="-1428" b="-1428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299" name="Rectangle"/>
          <p:cNvSpPr>
            <a:spLocks/>
          </p:cNvSpPr>
          <p:nvPr/>
        </p:nvSpPr>
        <p:spPr>
          <a:xfrm rot="0">
            <a:off x="1109662" y="989391"/>
            <a:ext cx="12720637" cy="980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22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RESULTS </a:t>
            </a:r>
            <a:endParaRPr lang="zh-CN" altLang="en-US" sz="6375" b="1" i="0" u="none" strike="noStrike" kern="1200" cap="none" spc="22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300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10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301" name="Rectangle"/>
          <p:cNvSpPr>
            <a:spLocks/>
          </p:cNvSpPr>
          <p:nvPr/>
        </p:nvSpPr>
        <p:spPr>
          <a:xfrm rot="0">
            <a:off x="5167630" y="2907665"/>
            <a:ext cx="7862569" cy="2034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A professional digital portfolio that helps showcase academic achievements, technical skills, and projects in an organized manner.</a:t>
            </a:r>
            <a:endParaRPr lang="en-US" altLang="zh-CN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206414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302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05" name="Combination"/>
          <p:cNvGrpSpPr>
            <a:grpSpLocks/>
          </p:cNvGrpSpPr>
          <p:nvPr/>
        </p:nvGrpSpPr>
        <p:grpSpPr>
          <a:xfrm>
            <a:off x="11165106" y="5600573"/>
            <a:ext cx="7123081" cy="4756498"/>
            <a:chOff x="11165106" y="5600573"/>
            <a:chExt cx="7123081" cy="4756498"/>
          </a:xfrm>
        </p:grpSpPr>
        <p:sp>
          <p:nvSpPr>
            <p:cNvPr id="304" name="曲线"/>
            <p:cNvSpPr>
              <a:spLocks/>
            </p:cNvSpPr>
            <p:nvPr/>
          </p:nvSpPr>
          <p:spPr>
            <a:xfrm rot="0">
              <a:off x="11165106" y="5600573"/>
              <a:ext cx="7123081" cy="475649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07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306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09" name="Combination"/>
          <p:cNvGrpSpPr>
            <a:grpSpLocks/>
          </p:cNvGrpSpPr>
          <p:nvPr/>
        </p:nvGrpSpPr>
        <p:grpSpPr>
          <a:xfrm>
            <a:off x="14404318" y="114300"/>
            <a:ext cx="3883723" cy="10286999"/>
            <a:chOff x="14404318" y="114300"/>
            <a:chExt cx="3883723" cy="10286999"/>
          </a:xfrm>
        </p:grpSpPr>
        <p:sp>
          <p:nvSpPr>
            <p:cNvPr id="308" name="曲线"/>
            <p:cNvSpPr>
              <a:spLocks/>
            </p:cNvSpPr>
            <p:nvPr/>
          </p:nvSpPr>
          <p:spPr>
            <a:xfrm rot="0">
              <a:off x="14404318" y="11430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11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310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13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312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15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314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17" name="Combination"/>
          <p:cNvGrpSpPr>
            <a:grpSpLocks/>
          </p:cNvGrpSpPr>
          <p:nvPr/>
        </p:nvGrpSpPr>
        <p:grpSpPr>
          <a:xfrm>
            <a:off x="16344680" y="69850"/>
            <a:ext cx="1883664" cy="10286999"/>
            <a:chOff x="16344680" y="69850"/>
            <a:chExt cx="1883664" cy="10286999"/>
          </a:xfrm>
        </p:grpSpPr>
        <p:sp>
          <p:nvSpPr>
            <p:cNvPr id="316" name="曲线"/>
            <p:cNvSpPr>
              <a:spLocks/>
            </p:cNvSpPr>
            <p:nvPr/>
          </p:nvSpPr>
          <p:spPr>
            <a:xfrm rot="0">
              <a:off x="16344680" y="69850"/>
              <a:ext cx="1883664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19" name="Combination"/>
          <p:cNvGrpSpPr>
            <a:grpSpLocks/>
          </p:cNvGrpSpPr>
          <p:nvPr/>
        </p:nvGrpSpPr>
        <p:grpSpPr>
          <a:xfrm>
            <a:off x="15392085" y="5456238"/>
            <a:ext cx="2728911" cy="4900611"/>
            <a:chOff x="15392085" y="5456238"/>
            <a:chExt cx="2728911" cy="4900611"/>
          </a:xfrm>
        </p:grpSpPr>
        <p:sp>
          <p:nvSpPr>
            <p:cNvPr id="318" name="曲线"/>
            <p:cNvSpPr>
              <a:spLocks/>
            </p:cNvSpPr>
            <p:nvPr/>
          </p:nvSpPr>
          <p:spPr>
            <a:xfrm rot="0">
              <a:off x="15392085" y="5456238"/>
              <a:ext cx="2728911" cy="490061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21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320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22" name="Rectangle"/>
          <p:cNvSpPr>
            <a:spLocks/>
          </p:cNvSpPr>
          <p:nvPr/>
        </p:nvSpPr>
        <p:spPr>
          <a:xfrm rot="0">
            <a:off x="1128712" y="9719531"/>
            <a:ext cx="2660333" cy="242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30" baseline="0">
                <a:solidFill>
                  <a:srgbClr val="2D83C3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3/21/2024  </a:t>
            </a:r>
            <a:r>
              <a:rPr lang="en-US" altLang="zh-CN" sz="1650" b="1" i="0" u="none" strike="noStrike" kern="1200" cap="none" spc="30" baseline="0">
                <a:solidFill>
                  <a:srgbClr val="2D83C3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Annual Review</a:t>
            </a:r>
            <a:endParaRPr lang="zh-CN" altLang="en-US" sz="1650" b="1" i="0" u="none" strike="noStrike" kern="1200" cap="none" spc="30" baseline="0">
              <a:solidFill>
                <a:srgbClr val="2D83C3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324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323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26" name="Combination"/>
          <p:cNvGrpSpPr>
            <a:grpSpLocks/>
          </p:cNvGrpSpPr>
          <p:nvPr/>
        </p:nvGrpSpPr>
        <p:grpSpPr>
          <a:xfrm>
            <a:off x="4191316" y="3086100"/>
            <a:ext cx="471487" cy="485775"/>
            <a:chOff x="4191316" y="3086100"/>
            <a:chExt cx="471487" cy="485775"/>
          </a:xfrm>
        </p:grpSpPr>
        <p:sp>
          <p:nvSpPr>
            <p:cNvPr id="325" name="曲线"/>
            <p:cNvSpPr>
              <a:spLocks/>
            </p:cNvSpPr>
            <p:nvPr/>
          </p:nvSpPr>
          <p:spPr>
            <a:xfrm rot="0">
              <a:off x="4191316" y="30861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28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327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30" name="Combination"/>
          <p:cNvGrpSpPr>
            <a:grpSpLocks/>
          </p:cNvGrpSpPr>
          <p:nvPr/>
        </p:nvGrpSpPr>
        <p:grpSpPr>
          <a:xfrm>
            <a:off x="100012" y="5072060"/>
            <a:ext cx="3700462" cy="5129213"/>
            <a:chOff x="100012" y="5072060"/>
            <a:chExt cx="3700462" cy="5129213"/>
          </a:xfrm>
        </p:grpSpPr>
        <p:sp>
          <p:nvSpPr>
            <p:cNvPr id="329" name="曲线"/>
            <p:cNvSpPr>
              <a:spLocks/>
            </p:cNvSpPr>
            <p:nvPr/>
          </p:nvSpPr>
          <p:spPr>
            <a:xfrm rot="0">
              <a:off x="100012" y="5072060"/>
              <a:ext cx="3700462" cy="512921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t="-1428" b="-1428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331" name="Rectangle"/>
          <p:cNvSpPr>
            <a:spLocks/>
          </p:cNvSpPr>
          <p:nvPr/>
        </p:nvSpPr>
        <p:spPr>
          <a:xfrm rot="0">
            <a:off x="1109662" y="989391"/>
            <a:ext cx="12720637" cy="980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22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 SCREENSHOTS</a:t>
            </a:r>
            <a:endParaRPr lang="zh-CN" altLang="en-US" sz="6375" b="1" i="0" u="none" strike="noStrike" kern="1200" cap="none" spc="22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332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10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pic>
        <p:nvPicPr>
          <p:cNvPr id="333" name="Image" descr="C:\Users\LENOVO\Pictures\Screenshots\Screenshot (8).pngScreenshot (8)"/>
          <p:cNvPicPr>
            <a:picLocks noChangeAspect="1"/>
          </p:cNvPicPr>
          <p:nvPr/>
        </p:nvPicPr>
        <p:blipFill>
          <a:blip r:embed="rId2" cstate="print"/>
          <a:srcRect t="20975" b="5613" l="983" r="-5072"/>
          <a:stretch>
            <a:fillRect/>
          </a:stretch>
        </p:blipFill>
        <p:spPr>
          <a:xfrm rot="0">
            <a:off x="4800600" y="3128645"/>
            <a:ext cx="13666470" cy="59867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5258180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334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37" name="Combination"/>
          <p:cNvGrpSpPr>
            <a:grpSpLocks/>
          </p:cNvGrpSpPr>
          <p:nvPr/>
        </p:nvGrpSpPr>
        <p:grpSpPr>
          <a:xfrm>
            <a:off x="11165106" y="5600573"/>
            <a:ext cx="7123081" cy="4756498"/>
            <a:chOff x="11165106" y="5600573"/>
            <a:chExt cx="7123081" cy="4756498"/>
          </a:xfrm>
        </p:grpSpPr>
        <p:sp>
          <p:nvSpPr>
            <p:cNvPr id="336" name="曲线"/>
            <p:cNvSpPr>
              <a:spLocks/>
            </p:cNvSpPr>
            <p:nvPr/>
          </p:nvSpPr>
          <p:spPr>
            <a:xfrm rot="0">
              <a:off x="11165106" y="5600573"/>
              <a:ext cx="7123081" cy="475649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39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338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41" name="Combination"/>
          <p:cNvGrpSpPr>
            <a:grpSpLocks/>
          </p:cNvGrpSpPr>
          <p:nvPr/>
        </p:nvGrpSpPr>
        <p:grpSpPr>
          <a:xfrm>
            <a:off x="14404318" y="114300"/>
            <a:ext cx="3883723" cy="10286999"/>
            <a:chOff x="14404318" y="114300"/>
            <a:chExt cx="3883723" cy="10286999"/>
          </a:xfrm>
        </p:grpSpPr>
        <p:sp>
          <p:nvSpPr>
            <p:cNvPr id="340" name="曲线"/>
            <p:cNvSpPr>
              <a:spLocks/>
            </p:cNvSpPr>
            <p:nvPr/>
          </p:nvSpPr>
          <p:spPr>
            <a:xfrm rot="0">
              <a:off x="14404318" y="11430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43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342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45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344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47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346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49" name="Combination"/>
          <p:cNvGrpSpPr>
            <a:grpSpLocks/>
          </p:cNvGrpSpPr>
          <p:nvPr/>
        </p:nvGrpSpPr>
        <p:grpSpPr>
          <a:xfrm>
            <a:off x="16344680" y="69850"/>
            <a:ext cx="1883664" cy="10286999"/>
            <a:chOff x="16344680" y="69850"/>
            <a:chExt cx="1883664" cy="10286999"/>
          </a:xfrm>
        </p:grpSpPr>
        <p:sp>
          <p:nvSpPr>
            <p:cNvPr id="348" name="曲线"/>
            <p:cNvSpPr>
              <a:spLocks/>
            </p:cNvSpPr>
            <p:nvPr/>
          </p:nvSpPr>
          <p:spPr>
            <a:xfrm rot="0">
              <a:off x="16344680" y="69850"/>
              <a:ext cx="1883664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51" name="Combination"/>
          <p:cNvGrpSpPr>
            <a:grpSpLocks/>
          </p:cNvGrpSpPr>
          <p:nvPr/>
        </p:nvGrpSpPr>
        <p:grpSpPr>
          <a:xfrm>
            <a:off x="15392085" y="5456238"/>
            <a:ext cx="2728911" cy="4900611"/>
            <a:chOff x="15392085" y="5456238"/>
            <a:chExt cx="2728911" cy="4900611"/>
          </a:xfrm>
        </p:grpSpPr>
        <p:sp>
          <p:nvSpPr>
            <p:cNvPr id="350" name="曲线"/>
            <p:cNvSpPr>
              <a:spLocks/>
            </p:cNvSpPr>
            <p:nvPr/>
          </p:nvSpPr>
          <p:spPr>
            <a:xfrm rot="0">
              <a:off x="15392085" y="5456238"/>
              <a:ext cx="2728911" cy="490061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53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352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54" name="Rectangle"/>
          <p:cNvSpPr>
            <a:spLocks/>
          </p:cNvSpPr>
          <p:nvPr/>
        </p:nvSpPr>
        <p:spPr>
          <a:xfrm rot="0">
            <a:off x="1128712" y="9719531"/>
            <a:ext cx="2660333" cy="242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30" baseline="0">
                <a:solidFill>
                  <a:srgbClr val="2D83C3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3/21/2024  </a:t>
            </a:r>
            <a:r>
              <a:rPr lang="en-US" altLang="zh-CN" sz="1650" b="1" i="0" u="none" strike="noStrike" kern="1200" cap="none" spc="30" baseline="0">
                <a:solidFill>
                  <a:srgbClr val="2D83C3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Annual Review</a:t>
            </a:r>
            <a:endParaRPr lang="zh-CN" altLang="en-US" sz="1650" b="1" i="0" u="none" strike="noStrike" kern="1200" cap="none" spc="30" baseline="0">
              <a:solidFill>
                <a:srgbClr val="2D83C3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356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355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58" name="Combination"/>
          <p:cNvGrpSpPr>
            <a:grpSpLocks/>
          </p:cNvGrpSpPr>
          <p:nvPr/>
        </p:nvGrpSpPr>
        <p:grpSpPr>
          <a:xfrm>
            <a:off x="4191316" y="3086100"/>
            <a:ext cx="471487" cy="485775"/>
            <a:chOff x="4191316" y="3086100"/>
            <a:chExt cx="471487" cy="485775"/>
          </a:xfrm>
        </p:grpSpPr>
        <p:sp>
          <p:nvSpPr>
            <p:cNvPr id="357" name="曲线"/>
            <p:cNvSpPr>
              <a:spLocks/>
            </p:cNvSpPr>
            <p:nvPr/>
          </p:nvSpPr>
          <p:spPr>
            <a:xfrm rot="0">
              <a:off x="4191316" y="30861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60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359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62" name="Combination"/>
          <p:cNvGrpSpPr>
            <a:grpSpLocks/>
          </p:cNvGrpSpPr>
          <p:nvPr/>
        </p:nvGrpSpPr>
        <p:grpSpPr>
          <a:xfrm>
            <a:off x="100012" y="5072060"/>
            <a:ext cx="3700462" cy="5129213"/>
            <a:chOff x="100012" y="5072060"/>
            <a:chExt cx="3700462" cy="5129213"/>
          </a:xfrm>
        </p:grpSpPr>
        <p:sp>
          <p:nvSpPr>
            <p:cNvPr id="361" name="曲线"/>
            <p:cNvSpPr>
              <a:spLocks/>
            </p:cNvSpPr>
            <p:nvPr/>
          </p:nvSpPr>
          <p:spPr>
            <a:xfrm rot="0">
              <a:off x="100012" y="5072060"/>
              <a:ext cx="3700462" cy="512921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t="-1428" b="-1428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363" name="Rectangle"/>
          <p:cNvSpPr>
            <a:spLocks/>
          </p:cNvSpPr>
          <p:nvPr/>
        </p:nvSpPr>
        <p:spPr>
          <a:xfrm rot="0">
            <a:off x="1109662" y="989391"/>
            <a:ext cx="12720637" cy="980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22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 SCREENSHOTS</a:t>
            </a:r>
            <a:endParaRPr lang="zh-CN" altLang="en-US" sz="6375" b="1" i="0" u="none" strike="noStrike" kern="1200" cap="none" spc="22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364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10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pic>
        <p:nvPicPr>
          <p:cNvPr id="365" name="Image" descr="C:\Users\LENOVO\Pictures\Screenshots\Screenshot (9).pngScreenshot (9)"/>
          <p:cNvPicPr>
            <a:picLocks noChangeAspect="1"/>
          </p:cNvPicPr>
          <p:nvPr/>
        </p:nvPicPr>
        <p:blipFill>
          <a:blip r:embed="rId2" cstate="print"/>
          <a:srcRect t="20380" b="5281" l="1008" r="-1008"/>
          <a:stretch>
            <a:fillRect/>
          </a:stretch>
        </p:blipFill>
        <p:spPr>
          <a:xfrm rot="0">
            <a:off x="4876800" y="2920365"/>
            <a:ext cx="12329160" cy="6276974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3461307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366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69" name="Combination"/>
          <p:cNvGrpSpPr>
            <a:grpSpLocks/>
          </p:cNvGrpSpPr>
          <p:nvPr/>
        </p:nvGrpSpPr>
        <p:grpSpPr>
          <a:xfrm>
            <a:off x="11165106" y="5600573"/>
            <a:ext cx="7123081" cy="4756498"/>
            <a:chOff x="11165106" y="5600573"/>
            <a:chExt cx="7123081" cy="4756498"/>
          </a:xfrm>
        </p:grpSpPr>
        <p:sp>
          <p:nvSpPr>
            <p:cNvPr id="368" name="曲线"/>
            <p:cNvSpPr>
              <a:spLocks/>
            </p:cNvSpPr>
            <p:nvPr/>
          </p:nvSpPr>
          <p:spPr>
            <a:xfrm rot="0">
              <a:off x="11165106" y="5600573"/>
              <a:ext cx="7123081" cy="475649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71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370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73" name="Combination"/>
          <p:cNvGrpSpPr>
            <a:grpSpLocks/>
          </p:cNvGrpSpPr>
          <p:nvPr/>
        </p:nvGrpSpPr>
        <p:grpSpPr>
          <a:xfrm>
            <a:off x="14404318" y="114300"/>
            <a:ext cx="3883723" cy="10286999"/>
            <a:chOff x="14404318" y="114300"/>
            <a:chExt cx="3883723" cy="10286999"/>
          </a:xfrm>
        </p:grpSpPr>
        <p:sp>
          <p:nvSpPr>
            <p:cNvPr id="372" name="曲线"/>
            <p:cNvSpPr>
              <a:spLocks/>
            </p:cNvSpPr>
            <p:nvPr/>
          </p:nvSpPr>
          <p:spPr>
            <a:xfrm rot="0">
              <a:off x="14404318" y="11430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75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374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77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376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79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378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81" name="Combination"/>
          <p:cNvGrpSpPr>
            <a:grpSpLocks/>
          </p:cNvGrpSpPr>
          <p:nvPr/>
        </p:nvGrpSpPr>
        <p:grpSpPr>
          <a:xfrm>
            <a:off x="16344680" y="69850"/>
            <a:ext cx="1883664" cy="10286999"/>
            <a:chOff x="16344680" y="69850"/>
            <a:chExt cx="1883664" cy="10286999"/>
          </a:xfrm>
        </p:grpSpPr>
        <p:sp>
          <p:nvSpPr>
            <p:cNvPr id="380" name="曲线"/>
            <p:cNvSpPr>
              <a:spLocks/>
            </p:cNvSpPr>
            <p:nvPr/>
          </p:nvSpPr>
          <p:spPr>
            <a:xfrm rot="0">
              <a:off x="16344680" y="69850"/>
              <a:ext cx="1883664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83" name="Combination"/>
          <p:cNvGrpSpPr>
            <a:grpSpLocks/>
          </p:cNvGrpSpPr>
          <p:nvPr/>
        </p:nvGrpSpPr>
        <p:grpSpPr>
          <a:xfrm>
            <a:off x="15392085" y="5456238"/>
            <a:ext cx="2728911" cy="4900611"/>
            <a:chOff x="15392085" y="5456238"/>
            <a:chExt cx="2728911" cy="4900611"/>
          </a:xfrm>
        </p:grpSpPr>
        <p:sp>
          <p:nvSpPr>
            <p:cNvPr id="382" name="曲线"/>
            <p:cNvSpPr>
              <a:spLocks/>
            </p:cNvSpPr>
            <p:nvPr/>
          </p:nvSpPr>
          <p:spPr>
            <a:xfrm rot="0">
              <a:off x="15392085" y="5456238"/>
              <a:ext cx="2728911" cy="490061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85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384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86" name="Rectangle"/>
          <p:cNvSpPr>
            <a:spLocks/>
          </p:cNvSpPr>
          <p:nvPr/>
        </p:nvSpPr>
        <p:spPr>
          <a:xfrm rot="0">
            <a:off x="1128712" y="9719531"/>
            <a:ext cx="2660333" cy="242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30" baseline="0">
                <a:solidFill>
                  <a:srgbClr val="2D83C3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3/21/2024  </a:t>
            </a:r>
            <a:r>
              <a:rPr lang="en-US" altLang="zh-CN" sz="1650" b="1" i="0" u="none" strike="noStrike" kern="1200" cap="none" spc="30" baseline="0">
                <a:solidFill>
                  <a:srgbClr val="2D83C3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Annual Review</a:t>
            </a:r>
            <a:endParaRPr lang="zh-CN" altLang="en-US" sz="1650" b="1" i="0" u="none" strike="noStrike" kern="1200" cap="none" spc="30" baseline="0">
              <a:solidFill>
                <a:srgbClr val="2D83C3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388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387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90" name="Combination"/>
          <p:cNvGrpSpPr>
            <a:grpSpLocks/>
          </p:cNvGrpSpPr>
          <p:nvPr/>
        </p:nvGrpSpPr>
        <p:grpSpPr>
          <a:xfrm>
            <a:off x="4191316" y="3086100"/>
            <a:ext cx="471487" cy="485775"/>
            <a:chOff x="4191316" y="3086100"/>
            <a:chExt cx="471487" cy="485775"/>
          </a:xfrm>
        </p:grpSpPr>
        <p:sp>
          <p:nvSpPr>
            <p:cNvPr id="389" name="曲线"/>
            <p:cNvSpPr>
              <a:spLocks/>
            </p:cNvSpPr>
            <p:nvPr/>
          </p:nvSpPr>
          <p:spPr>
            <a:xfrm rot="0">
              <a:off x="4191316" y="30861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92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391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394" name="Combination"/>
          <p:cNvGrpSpPr>
            <a:grpSpLocks/>
          </p:cNvGrpSpPr>
          <p:nvPr/>
        </p:nvGrpSpPr>
        <p:grpSpPr>
          <a:xfrm>
            <a:off x="100012" y="5072060"/>
            <a:ext cx="3700462" cy="5129213"/>
            <a:chOff x="100012" y="5072060"/>
            <a:chExt cx="3700462" cy="5129213"/>
          </a:xfrm>
        </p:grpSpPr>
        <p:sp>
          <p:nvSpPr>
            <p:cNvPr id="393" name="曲线"/>
            <p:cNvSpPr>
              <a:spLocks/>
            </p:cNvSpPr>
            <p:nvPr/>
          </p:nvSpPr>
          <p:spPr>
            <a:xfrm rot="0">
              <a:off x="100012" y="5072060"/>
              <a:ext cx="3700462" cy="512921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t="-1428" b="-1428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395" name="Rectangle"/>
          <p:cNvSpPr>
            <a:spLocks/>
          </p:cNvSpPr>
          <p:nvPr/>
        </p:nvSpPr>
        <p:spPr>
          <a:xfrm rot="0">
            <a:off x="1109662" y="989391"/>
            <a:ext cx="12720637" cy="980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22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 SCREENSHOTS</a:t>
            </a:r>
            <a:endParaRPr lang="zh-CN" altLang="en-US" sz="6375" b="1" i="0" u="none" strike="noStrike" kern="1200" cap="none" spc="22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396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10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pic>
        <p:nvPicPr>
          <p:cNvPr id="397" name="Image" descr="C:\Users\LENOVO\Pictures\Screenshots\Screenshot (10).pngScreenshot (10)"/>
          <p:cNvPicPr>
            <a:picLocks noChangeAspect="1"/>
          </p:cNvPicPr>
          <p:nvPr/>
        </p:nvPicPr>
        <p:blipFill>
          <a:blip r:embed="rId2" cstate="print"/>
          <a:srcRect t="20321" b="4746"/>
          <a:stretch>
            <a:fillRect/>
          </a:stretch>
        </p:blipFill>
        <p:spPr>
          <a:xfrm rot="0">
            <a:off x="4876800" y="3083560"/>
            <a:ext cx="12329160" cy="611378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44534979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398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01" name="Combination"/>
          <p:cNvGrpSpPr>
            <a:grpSpLocks/>
          </p:cNvGrpSpPr>
          <p:nvPr/>
        </p:nvGrpSpPr>
        <p:grpSpPr>
          <a:xfrm>
            <a:off x="11165106" y="5600573"/>
            <a:ext cx="7123081" cy="4756498"/>
            <a:chOff x="11165106" y="5600573"/>
            <a:chExt cx="7123081" cy="4756498"/>
          </a:xfrm>
        </p:grpSpPr>
        <p:sp>
          <p:nvSpPr>
            <p:cNvPr id="400" name="曲线"/>
            <p:cNvSpPr>
              <a:spLocks/>
            </p:cNvSpPr>
            <p:nvPr/>
          </p:nvSpPr>
          <p:spPr>
            <a:xfrm rot="0">
              <a:off x="11165106" y="5600573"/>
              <a:ext cx="7123081" cy="475649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03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402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05" name="Combination"/>
          <p:cNvGrpSpPr>
            <a:grpSpLocks/>
          </p:cNvGrpSpPr>
          <p:nvPr/>
        </p:nvGrpSpPr>
        <p:grpSpPr>
          <a:xfrm>
            <a:off x="14404318" y="114300"/>
            <a:ext cx="3883723" cy="10286999"/>
            <a:chOff x="14404318" y="114300"/>
            <a:chExt cx="3883723" cy="10286999"/>
          </a:xfrm>
        </p:grpSpPr>
        <p:sp>
          <p:nvSpPr>
            <p:cNvPr id="404" name="曲线"/>
            <p:cNvSpPr>
              <a:spLocks/>
            </p:cNvSpPr>
            <p:nvPr/>
          </p:nvSpPr>
          <p:spPr>
            <a:xfrm rot="0">
              <a:off x="14404318" y="11430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07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406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09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408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11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410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13" name="Combination"/>
          <p:cNvGrpSpPr>
            <a:grpSpLocks/>
          </p:cNvGrpSpPr>
          <p:nvPr/>
        </p:nvGrpSpPr>
        <p:grpSpPr>
          <a:xfrm>
            <a:off x="16344680" y="69850"/>
            <a:ext cx="1883664" cy="10286999"/>
            <a:chOff x="16344680" y="69850"/>
            <a:chExt cx="1883664" cy="10286999"/>
          </a:xfrm>
        </p:grpSpPr>
        <p:sp>
          <p:nvSpPr>
            <p:cNvPr id="412" name="曲线"/>
            <p:cNvSpPr>
              <a:spLocks/>
            </p:cNvSpPr>
            <p:nvPr/>
          </p:nvSpPr>
          <p:spPr>
            <a:xfrm rot="0">
              <a:off x="16344680" y="69850"/>
              <a:ext cx="1883664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15" name="Combination"/>
          <p:cNvGrpSpPr>
            <a:grpSpLocks/>
          </p:cNvGrpSpPr>
          <p:nvPr/>
        </p:nvGrpSpPr>
        <p:grpSpPr>
          <a:xfrm>
            <a:off x="15392085" y="5456238"/>
            <a:ext cx="2728911" cy="4900611"/>
            <a:chOff x="15392085" y="5456238"/>
            <a:chExt cx="2728911" cy="4900611"/>
          </a:xfrm>
        </p:grpSpPr>
        <p:sp>
          <p:nvSpPr>
            <p:cNvPr id="414" name="曲线"/>
            <p:cNvSpPr>
              <a:spLocks/>
            </p:cNvSpPr>
            <p:nvPr/>
          </p:nvSpPr>
          <p:spPr>
            <a:xfrm rot="0">
              <a:off x="15392085" y="5456238"/>
              <a:ext cx="2728911" cy="490061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17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416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418" name="Rectangle"/>
          <p:cNvSpPr>
            <a:spLocks/>
          </p:cNvSpPr>
          <p:nvPr/>
        </p:nvSpPr>
        <p:spPr>
          <a:xfrm rot="0">
            <a:off x="1128712" y="9719531"/>
            <a:ext cx="2660333" cy="242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30" baseline="0">
                <a:solidFill>
                  <a:srgbClr val="2D83C3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3/21/2024  </a:t>
            </a:r>
            <a:r>
              <a:rPr lang="en-US" altLang="zh-CN" sz="1650" b="1" i="0" u="none" strike="noStrike" kern="1200" cap="none" spc="30" baseline="0">
                <a:solidFill>
                  <a:srgbClr val="2D83C3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Annual Review</a:t>
            </a:r>
            <a:endParaRPr lang="zh-CN" altLang="en-US" sz="1650" b="1" i="0" u="none" strike="noStrike" kern="1200" cap="none" spc="30" baseline="0">
              <a:solidFill>
                <a:srgbClr val="2D83C3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grpSp>
        <p:nvGrpSpPr>
          <p:cNvPr id="420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419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22" name="Combination"/>
          <p:cNvGrpSpPr>
            <a:grpSpLocks/>
          </p:cNvGrpSpPr>
          <p:nvPr/>
        </p:nvGrpSpPr>
        <p:grpSpPr>
          <a:xfrm>
            <a:off x="4191316" y="3086100"/>
            <a:ext cx="471487" cy="485775"/>
            <a:chOff x="4191316" y="3086100"/>
            <a:chExt cx="471487" cy="485775"/>
          </a:xfrm>
        </p:grpSpPr>
        <p:sp>
          <p:nvSpPr>
            <p:cNvPr id="421" name="曲线"/>
            <p:cNvSpPr>
              <a:spLocks/>
            </p:cNvSpPr>
            <p:nvPr/>
          </p:nvSpPr>
          <p:spPr>
            <a:xfrm rot="0">
              <a:off x="4191316" y="30861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24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423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26" name="Combination"/>
          <p:cNvGrpSpPr>
            <a:grpSpLocks/>
          </p:cNvGrpSpPr>
          <p:nvPr/>
        </p:nvGrpSpPr>
        <p:grpSpPr>
          <a:xfrm>
            <a:off x="100012" y="5072060"/>
            <a:ext cx="3700462" cy="5129213"/>
            <a:chOff x="100012" y="5072060"/>
            <a:chExt cx="3700462" cy="5129213"/>
          </a:xfrm>
        </p:grpSpPr>
        <p:sp>
          <p:nvSpPr>
            <p:cNvPr id="425" name="曲线"/>
            <p:cNvSpPr>
              <a:spLocks/>
            </p:cNvSpPr>
            <p:nvPr/>
          </p:nvSpPr>
          <p:spPr>
            <a:xfrm rot="0">
              <a:off x="100012" y="5072060"/>
              <a:ext cx="3700462" cy="512921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t="-1428" b="-1428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427" name="Rectangle"/>
          <p:cNvSpPr>
            <a:spLocks/>
          </p:cNvSpPr>
          <p:nvPr/>
        </p:nvSpPr>
        <p:spPr>
          <a:xfrm rot="0">
            <a:off x="1109662" y="989391"/>
            <a:ext cx="12720637" cy="980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375" b="1" i="0" u="none" strike="noStrike" kern="1200" cap="none" spc="22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 SCREENSHOTS</a:t>
            </a:r>
            <a:endParaRPr lang="zh-CN" altLang="en-US" sz="6375" b="1" i="0" u="none" strike="noStrike" kern="1200" cap="none" spc="22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428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10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pic>
        <p:nvPicPr>
          <p:cNvPr id="429" name="Image" descr="C:\Users\LENOVO\Pictures\Screenshots\Screenshot (11).pngScreenshot (11)"/>
          <p:cNvPicPr>
            <a:picLocks noChangeAspect="1"/>
          </p:cNvPicPr>
          <p:nvPr/>
        </p:nvPicPr>
        <p:blipFill>
          <a:blip r:embed="rId2" cstate="print"/>
          <a:srcRect t="21342" b="5923"/>
          <a:stretch>
            <a:fillRect/>
          </a:stretch>
        </p:blipFill>
        <p:spPr>
          <a:xfrm rot="0">
            <a:off x="4876800" y="3011170"/>
            <a:ext cx="12329160" cy="618617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70092292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430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33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432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35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434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37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436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39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438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41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440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43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442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45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444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47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446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49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448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51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450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53" name="Combination"/>
          <p:cNvGrpSpPr>
            <a:grpSpLocks/>
          </p:cNvGrpSpPr>
          <p:nvPr/>
        </p:nvGrpSpPr>
        <p:grpSpPr>
          <a:xfrm>
            <a:off x="3657917" y="2933700"/>
            <a:ext cx="471487" cy="485775"/>
            <a:chOff x="3657917" y="2933700"/>
            <a:chExt cx="471487" cy="485775"/>
          </a:xfrm>
        </p:grpSpPr>
        <p:sp>
          <p:nvSpPr>
            <p:cNvPr id="452" name="曲线"/>
            <p:cNvSpPr>
              <a:spLocks/>
            </p:cNvSpPr>
            <p:nvPr/>
          </p:nvSpPr>
          <p:spPr>
            <a:xfrm rot="0">
              <a:off x="3657917" y="29337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55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454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57" name="Combination"/>
          <p:cNvGrpSpPr>
            <a:grpSpLocks/>
          </p:cNvGrpSpPr>
          <p:nvPr/>
        </p:nvGrpSpPr>
        <p:grpSpPr>
          <a:xfrm>
            <a:off x="2500312" y="9701212"/>
            <a:ext cx="114300" cy="266700"/>
            <a:chOff x="2500312" y="9701212"/>
            <a:chExt cx="114300" cy="266700"/>
          </a:xfrm>
        </p:grpSpPr>
        <p:sp>
          <p:nvSpPr>
            <p:cNvPr id="456" name="曲线"/>
            <p:cNvSpPr>
              <a:spLocks/>
            </p:cNvSpPr>
            <p:nvPr/>
          </p:nvSpPr>
          <p:spPr>
            <a:xfrm rot="0">
              <a:off x="2500312" y="9701212"/>
              <a:ext cx="114300" cy="2667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458" name="Rectangle"/>
          <p:cNvSpPr>
            <a:spLocks/>
          </p:cNvSpPr>
          <p:nvPr/>
        </p:nvSpPr>
        <p:spPr>
          <a:xfrm rot="0">
            <a:off x="1132998" y="572451"/>
            <a:ext cx="6868001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1" i="0" u="none" strike="noStrike" kern="1200" cap="none" spc="0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CONCLUSION</a:t>
            </a:r>
            <a:endParaRPr lang="zh-CN" altLang="en-US" sz="7200" b="1" i="0" u="none" strike="noStrike" kern="1200" cap="none" spc="0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459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11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460" name="Rectangle"/>
          <p:cNvSpPr>
            <a:spLocks/>
          </p:cNvSpPr>
          <p:nvPr/>
        </p:nvSpPr>
        <p:spPr>
          <a:xfrm rot="0">
            <a:off x="4343400" y="2967355"/>
            <a:ext cx="9619615" cy="5076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The portfolio demonstrates technical expertise and creativity, serving as a bridge between academic learning and professional opportunities.</a:t>
            </a:r>
            <a:endParaRPr lang="en-US" altLang="zh-CN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1347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461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64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463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66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465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68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467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70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469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72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471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74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473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76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475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78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477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80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479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82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481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84" name="Combination"/>
          <p:cNvGrpSpPr>
            <a:grpSpLocks/>
          </p:cNvGrpSpPr>
          <p:nvPr/>
        </p:nvGrpSpPr>
        <p:grpSpPr>
          <a:xfrm>
            <a:off x="3657917" y="2933700"/>
            <a:ext cx="471487" cy="485775"/>
            <a:chOff x="3657917" y="2933700"/>
            <a:chExt cx="471487" cy="485775"/>
          </a:xfrm>
        </p:grpSpPr>
        <p:sp>
          <p:nvSpPr>
            <p:cNvPr id="483" name="曲线"/>
            <p:cNvSpPr>
              <a:spLocks/>
            </p:cNvSpPr>
            <p:nvPr/>
          </p:nvSpPr>
          <p:spPr>
            <a:xfrm rot="0">
              <a:off x="3657917" y="29337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86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485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88" name="Combination"/>
          <p:cNvGrpSpPr>
            <a:grpSpLocks/>
          </p:cNvGrpSpPr>
          <p:nvPr/>
        </p:nvGrpSpPr>
        <p:grpSpPr>
          <a:xfrm>
            <a:off x="2500312" y="9701212"/>
            <a:ext cx="114300" cy="266700"/>
            <a:chOff x="2500312" y="9701212"/>
            <a:chExt cx="114300" cy="266700"/>
          </a:xfrm>
        </p:grpSpPr>
        <p:sp>
          <p:nvSpPr>
            <p:cNvPr id="487" name="曲线"/>
            <p:cNvSpPr>
              <a:spLocks/>
            </p:cNvSpPr>
            <p:nvPr/>
          </p:nvSpPr>
          <p:spPr>
            <a:xfrm rot="0">
              <a:off x="2500312" y="9701212"/>
              <a:ext cx="114300" cy="2667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489" name="Rectangle"/>
          <p:cNvSpPr>
            <a:spLocks/>
          </p:cNvSpPr>
          <p:nvPr/>
        </p:nvSpPr>
        <p:spPr>
          <a:xfrm rot="0">
            <a:off x="1132998" y="572451"/>
            <a:ext cx="6868001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1" i="0" u="none" strike="noStrike" kern="1200" cap="none" spc="0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PROFILE</a:t>
            </a:r>
            <a:endParaRPr lang="zh-CN" altLang="en-US" sz="7200" b="1" i="0" u="none" strike="noStrike" kern="1200" cap="none" spc="0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490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11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491" name="Rectangle"/>
          <p:cNvSpPr>
            <a:spLocks/>
          </p:cNvSpPr>
          <p:nvPr/>
        </p:nvSpPr>
        <p:spPr>
          <a:xfrm rot="0">
            <a:off x="4267200" y="2933700"/>
            <a:ext cx="9619615" cy="5076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Name: J. John Kingston</a:t>
            </a:r>
            <a:endParaRPr lang="en-US" altLang="zh-CN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Department: Bachelor of Computer Applications</a:t>
            </a:r>
            <a:endParaRPr lang="en-US" altLang="zh-CN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College: Nazareth College of Arts and Science</a:t>
            </a:r>
            <a:endParaRPr lang="en-US" altLang="zh-CN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Ambition: </a:t>
            </a: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Full stack developer </a:t>
            </a:r>
            <a:endParaRPr lang="zh-CN" altLang="en-US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  <a:sym typeface="宋体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825815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Combination"/>
          <p:cNvGrpSpPr>
            <a:grpSpLocks/>
          </p:cNvGrpSpPr>
          <p:nvPr/>
        </p:nvGrpSpPr>
        <p:grpSpPr>
          <a:xfrm>
            <a:off x="14059089" y="5999"/>
            <a:ext cx="1841563" cy="10282237"/>
            <a:chOff x="14059089" y="5999"/>
            <a:chExt cx="1841563" cy="10282237"/>
          </a:xfrm>
        </p:grpSpPr>
        <p:sp>
          <p:nvSpPr>
            <p:cNvPr id="492" name="曲线"/>
            <p:cNvSpPr>
              <a:spLocks/>
            </p:cNvSpPr>
            <p:nvPr/>
          </p:nvSpPr>
          <p:spPr>
            <a:xfrm rot="0">
              <a:off x="14059089" y="5999"/>
              <a:ext cx="1841563" cy="1028223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5" y="0"/>
                  </a:moveTo>
                  <a:lnTo>
                    <a:pt x="21600" y="21594"/>
                  </a:lnTo>
                  <a:lnTo>
                    <a:pt x="21434" y="2160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95" name="Combination"/>
          <p:cNvGrpSpPr>
            <a:grpSpLocks/>
          </p:cNvGrpSpPr>
          <p:nvPr/>
        </p:nvGrpSpPr>
        <p:grpSpPr>
          <a:xfrm>
            <a:off x="11168917" y="5536438"/>
            <a:ext cx="7123080" cy="4756497"/>
            <a:chOff x="11168917" y="5536438"/>
            <a:chExt cx="7123080" cy="4756497"/>
          </a:xfrm>
        </p:grpSpPr>
        <p:sp>
          <p:nvSpPr>
            <p:cNvPr id="494" name="曲线"/>
            <p:cNvSpPr>
              <a:spLocks/>
            </p:cNvSpPr>
            <p:nvPr/>
          </p:nvSpPr>
          <p:spPr>
            <a:xfrm rot="0">
              <a:off x="11168917" y="5536438"/>
              <a:ext cx="7123080" cy="475649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53"/>
                  </a:moveTo>
                  <a:lnTo>
                    <a:pt x="24" y="21600"/>
                  </a:lnTo>
                  <a:lnTo>
                    <a:pt x="0" y="21545"/>
                  </a:lnTo>
                  <a:lnTo>
                    <a:pt x="21575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97" name="Combination"/>
          <p:cNvGrpSpPr>
            <a:grpSpLocks/>
          </p:cNvGrpSpPr>
          <p:nvPr/>
        </p:nvGrpSpPr>
        <p:grpSpPr>
          <a:xfrm>
            <a:off x="13773150" y="0"/>
            <a:ext cx="4514848" cy="10286999"/>
            <a:chOff x="13773150" y="0"/>
            <a:chExt cx="4514848" cy="10286999"/>
          </a:xfrm>
        </p:grpSpPr>
        <p:sp>
          <p:nvSpPr>
            <p:cNvPr id="496" name="曲线"/>
            <p:cNvSpPr>
              <a:spLocks/>
            </p:cNvSpPr>
            <p:nvPr/>
          </p:nvSpPr>
          <p:spPr>
            <a:xfrm rot="0">
              <a:off x="13773150" y="0"/>
              <a:ext cx="4514848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4671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1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499" name="Combination"/>
          <p:cNvGrpSpPr>
            <a:grpSpLocks/>
          </p:cNvGrpSpPr>
          <p:nvPr/>
        </p:nvGrpSpPr>
        <p:grpSpPr>
          <a:xfrm>
            <a:off x="14404318" y="0"/>
            <a:ext cx="3883723" cy="10286999"/>
            <a:chOff x="14404318" y="0"/>
            <a:chExt cx="3883723" cy="10286999"/>
          </a:xfrm>
        </p:grpSpPr>
        <p:sp>
          <p:nvSpPr>
            <p:cNvPr id="498" name="曲线"/>
            <p:cNvSpPr>
              <a:spLocks/>
            </p:cNvSpPr>
            <p:nvPr/>
          </p:nvSpPr>
          <p:spPr>
            <a:xfrm rot="0">
              <a:off x="14404318" y="0"/>
              <a:ext cx="3883723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0085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5FCAEE">
                <a:alpha val="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01" name="Combination"/>
          <p:cNvGrpSpPr>
            <a:grpSpLocks/>
          </p:cNvGrpSpPr>
          <p:nvPr/>
        </p:nvGrpSpPr>
        <p:grpSpPr>
          <a:xfrm>
            <a:off x="13401675" y="4572000"/>
            <a:ext cx="4886323" cy="5715000"/>
            <a:chOff x="13401675" y="4572000"/>
            <a:chExt cx="4886323" cy="5715000"/>
          </a:xfrm>
        </p:grpSpPr>
        <p:sp>
          <p:nvSpPr>
            <p:cNvPr id="500" name="曲线"/>
            <p:cNvSpPr>
              <a:spLocks/>
            </p:cNvSpPr>
            <p:nvPr/>
          </p:nvSpPr>
          <p:spPr>
            <a:xfrm rot="0">
              <a:off x="13401675" y="4572000"/>
              <a:ext cx="4886323" cy="5715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03" name="Combination"/>
          <p:cNvGrpSpPr>
            <a:grpSpLocks/>
          </p:cNvGrpSpPr>
          <p:nvPr/>
        </p:nvGrpSpPr>
        <p:grpSpPr>
          <a:xfrm>
            <a:off x="14006896" y="0"/>
            <a:ext cx="4281107" cy="10286999"/>
            <a:chOff x="14006896" y="0"/>
            <a:chExt cx="4281107" cy="10286999"/>
          </a:xfrm>
        </p:grpSpPr>
        <p:sp>
          <p:nvSpPr>
            <p:cNvPr id="502" name="曲线"/>
            <p:cNvSpPr>
              <a:spLocks/>
            </p:cNvSpPr>
            <p:nvPr/>
          </p:nvSpPr>
          <p:spPr>
            <a:xfrm rot="0">
              <a:off x="14006896" y="0"/>
              <a:ext cx="4281107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0"/>
                  </a:lnTo>
                  <a:lnTo>
                    <a:pt x="18693" y="21600"/>
                  </a:lnTo>
                  <a:lnTo>
                    <a:pt x="21599" y="21600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17AFE3">
                <a:alpha val="25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05" name="Combination"/>
          <p:cNvGrpSpPr>
            <a:grpSpLocks/>
          </p:cNvGrpSpPr>
          <p:nvPr/>
        </p:nvGrpSpPr>
        <p:grpSpPr>
          <a:xfrm>
            <a:off x="16344900" y="0"/>
            <a:ext cx="1943100" cy="10286999"/>
            <a:chOff x="16344900" y="0"/>
            <a:chExt cx="1943100" cy="10286999"/>
          </a:xfrm>
        </p:grpSpPr>
        <p:sp>
          <p:nvSpPr>
            <p:cNvPr id="504" name="曲线"/>
            <p:cNvSpPr>
              <a:spLocks/>
            </p:cNvSpPr>
            <p:nvPr/>
          </p:nvSpPr>
          <p:spPr>
            <a:xfrm rot="0">
              <a:off x="16344900" y="0"/>
              <a:ext cx="1943100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7049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07" name="Combination"/>
          <p:cNvGrpSpPr>
            <a:grpSpLocks/>
          </p:cNvGrpSpPr>
          <p:nvPr/>
        </p:nvGrpSpPr>
        <p:grpSpPr>
          <a:xfrm>
            <a:off x="16404370" y="0"/>
            <a:ext cx="1883665" cy="10286999"/>
            <a:chOff x="16404370" y="0"/>
            <a:chExt cx="1883665" cy="10286999"/>
          </a:xfrm>
        </p:grpSpPr>
        <p:sp>
          <p:nvSpPr>
            <p:cNvPr id="506" name="曲线"/>
            <p:cNvSpPr>
              <a:spLocks/>
            </p:cNvSpPr>
            <p:nvPr/>
          </p:nvSpPr>
          <p:spPr>
            <a:xfrm rot="0">
              <a:off x="16404370" y="0"/>
              <a:ext cx="1883665" cy="1028699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1917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26192">
                <a:alpha val="64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09" name="Combination"/>
          <p:cNvGrpSpPr>
            <a:grpSpLocks/>
          </p:cNvGrpSpPr>
          <p:nvPr/>
        </p:nvGrpSpPr>
        <p:grpSpPr>
          <a:xfrm>
            <a:off x="15559088" y="5386388"/>
            <a:ext cx="2728911" cy="4900612"/>
            <a:chOff x="15559088" y="5386388"/>
            <a:chExt cx="2728911" cy="4900612"/>
          </a:xfrm>
        </p:grpSpPr>
        <p:sp>
          <p:nvSpPr>
            <p:cNvPr id="508" name="曲线"/>
            <p:cNvSpPr>
              <a:spLocks/>
            </p:cNvSpPr>
            <p:nvPr/>
          </p:nvSpPr>
          <p:spPr>
            <a:xfrm rot="0">
              <a:off x="15559088" y="5386388"/>
              <a:ext cx="2728911" cy="490061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43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11" name="Combination"/>
          <p:cNvGrpSpPr>
            <a:grpSpLocks/>
          </p:cNvGrpSpPr>
          <p:nvPr/>
        </p:nvGrpSpPr>
        <p:grpSpPr>
          <a:xfrm>
            <a:off x="0" y="6015038"/>
            <a:ext cx="671511" cy="4271961"/>
            <a:chOff x="0" y="6015038"/>
            <a:chExt cx="671511" cy="4271961"/>
          </a:xfrm>
        </p:grpSpPr>
        <p:sp>
          <p:nvSpPr>
            <p:cNvPr id="510" name="曲线"/>
            <p:cNvSpPr>
              <a:spLocks/>
            </p:cNvSpPr>
            <p:nvPr/>
          </p:nvSpPr>
          <p:spPr>
            <a:xfrm rot="0">
              <a:off x="0" y="6015038"/>
              <a:ext cx="671511" cy="42719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49000"/>
              </a:srgbClr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13" name="Combination"/>
          <p:cNvGrpSpPr>
            <a:grpSpLocks/>
          </p:cNvGrpSpPr>
          <p:nvPr/>
        </p:nvGrpSpPr>
        <p:grpSpPr>
          <a:xfrm>
            <a:off x="14030326" y="8043861"/>
            <a:ext cx="685800" cy="685800"/>
            <a:chOff x="14030326" y="8043861"/>
            <a:chExt cx="685800" cy="685800"/>
          </a:xfrm>
        </p:grpSpPr>
        <p:sp>
          <p:nvSpPr>
            <p:cNvPr id="512" name="曲线"/>
            <p:cNvSpPr>
              <a:spLocks/>
            </p:cNvSpPr>
            <p:nvPr/>
          </p:nvSpPr>
          <p:spPr>
            <a:xfrm rot="0">
              <a:off x="14030326" y="8043861"/>
              <a:ext cx="685800" cy="6858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15" name="Combination"/>
          <p:cNvGrpSpPr>
            <a:grpSpLocks/>
          </p:cNvGrpSpPr>
          <p:nvPr/>
        </p:nvGrpSpPr>
        <p:grpSpPr>
          <a:xfrm>
            <a:off x="3657917" y="2933700"/>
            <a:ext cx="471487" cy="485775"/>
            <a:chOff x="3657917" y="2933700"/>
            <a:chExt cx="471487" cy="485775"/>
          </a:xfrm>
        </p:grpSpPr>
        <p:sp>
          <p:nvSpPr>
            <p:cNvPr id="514" name="曲线"/>
            <p:cNvSpPr>
              <a:spLocks/>
            </p:cNvSpPr>
            <p:nvPr/>
          </p:nvSpPr>
          <p:spPr>
            <a:xfrm rot="0">
              <a:off x="3657917" y="2933700"/>
              <a:ext cx="471487" cy="4857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83C3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17" name="Combination"/>
          <p:cNvGrpSpPr>
            <a:grpSpLocks/>
          </p:cNvGrpSpPr>
          <p:nvPr/>
        </p:nvGrpSpPr>
        <p:grpSpPr>
          <a:xfrm>
            <a:off x="14030326" y="8843961"/>
            <a:ext cx="271461" cy="271461"/>
            <a:chOff x="14030326" y="8843961"/>
            <a:chExt cx="271461" cy="271461"/>
          </a:xfrm>
        </p:grpSpPr>
        <p:sp>
          <p:nvSpPr>
            <p:cNvPr id="516" name="曲线"/>
            <p:cNvSpPr>
              <a:spLocks/>
            </p:cNvSpPr>
            <p:nvPr/>
          </p:nvSpPr>
          <p:spPr>
            <a:xfrm rot="0">
              <a:off x="14030326" y="8843961"/>
              <a:ext cx="271461" cy="2714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519" name="Combination"/>
          <p:cNvGrpSpPr>
            <a:grpSpLocks/>
          </p:cNvGrpSpPr>
          <p:nvPr/>
        </p:nvGrpSpPr>
        <p:grpSpPr>
          <a:xfrm>
            <a:off x="2500312" y="9701212"/>
            <a:ext cx="114300" cy="266700"/>
            <a:chOff x="2500312" y="9701212"/>
            <a:chExt cx="114300" cy="266700"/>
          </a:xfrm>
        </p:grpSpPr>
        <p:sp>
          <p:nvSpPr>
            <p:cNvPr id="518" name="曲线"/>
            <p:cNvSpPr>
              <a:spLocks/>
            </p:cNvSpPr>
            <p:nvPr/>
          </p:nvSpPr>
          <p:spPr>
            <a:xfrm rot="0">
              <a:off x="2500312" y="9701212"/>
              <a:ext cx="114300" cy="2667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 l="-66666" r="-66666"/>
              </a:stretch>
            </a:blipFill>
            <a:ln cmpd="sng" cap="flat">
              <a:noFill/>
              <a:prstDash val="solid"/>
              <a:miter/>
            </a:ln>
          </p:spPr>
        </p:sp>
      </p:grpSp>
      <p:sp>
        <p:nvSpPr>
          <p:cNvPr id="520" name="Rectangle"/>
          <p:cNvSpPr>
            <a:spLocks/>
          </p:cNvSpPr>
          <p:nvPr/>
        </p:nvSpPr>
        <p:spPr>
          <a:xfrm rot="0">
            <a:off x="3505358" y="572451"/>
            <a:ext cx="6868001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1" i="0" u="none" strike="noStrike" kern="1200" cap="none" spc="0" baseline="0">
                <a:solidFill>
                  <a:srgbClr val="000000"/>
                </a:solidFill>
                <a:latin typeface="Trebuchet MS Bold" pitchFamily="0" charset="0"/>
                <a:ea typeface="Trebuchet MS Bold" pitchFamily="0" charset="0"/>
                <a:cs typeface="Trebuchet MS Bold" pitchFamily="0" charset="0"/>
                <a:sym typeface="Trebuchet MS Bold" pitchFamily="0" charset="0"/>
              </a:rPr>
              <a:t>THANK YOU</a:t>
            </a:r>
            <a:endParaRPr lang="zh-CN" altLang="en-US" sz="7200" b="1" i="0" u="none" strike="noStrike" kern="1200" cap="none" spc="0" baseline="0">
              <a:solidFill>
                <a:srgbClr val="000000"/>
              </a:solidFill>
              <a:latin typeface="Trebuchet MS Bold" pitchFamily="0" charset="0"/>
              <a:ea typeface="Trebuchet MS Bold" pitchFamily="0" charset="0"/>
              <a:cs typeface="Trebuchet MS Bold" pitchFamily="0" charset="0"/>
              <a:sym typeface="Trebuchet MS Bold" pitchFamily="0" charset="0"/>
            </a:endParaRPr>
          </a:p>
        </p:txBody>
      </p:sp>
      <p:sp>
        <p:nvSpPr>
          <p:cNvPr id="521" name="Rectangle"/>
          <p:cNvSpPr>
            <a:spLocks/>
          </p:cNvSpPr>
          <p:nvPr/>
        </p:nvSpPr>
        <p:spPr>
          <a:xfrm rot="0">
            <a:off x="16915828" y="9707466"/>
            <a:ext cx="342900" cy="2514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15" baseline="0">
                <a:solidFill>
                  <a:srgbClr val="2D936B"/>
                </a:solidFill>
                <a:latin typeface="Trebuchet MS" pitchFamily="0" charset="0"/>
                <a:ea typeface="Trebuchet MS" pitchFamily="0" charset="0"/>
                <a:cs typeface="Trebuchet MS" pitchFamily="0" charset="0"/>
                <a:sym typeface="Trebuchet MS" pitchFamily="0" charset="0"/>
              </a:rPr>
              <a:t>11</a:t>
            </a:r>
            <a:endParaRPr lang="zh-CN" altLang="en-US" sz="1650" b="0" i="0" u="none" strike="noStrike" kern="1200" cap="none" spc="15" baseline="0">
              <a:solidFill>
                <a:srgbClr val="2D936B"/>
              </a:solidFill>
              <a:latin typeface="Trebuchet MS" pitchFamily="0" charset="0"/>
              <a:ea typeface="Trebuchet MS" pitchFamily="0" charset="0"/>
              <a:cs typeface="Trebuchet MS" pitchFamily="0" charset="0"/>
              <a:sym typeface="Trebuchet MS" pitchFamily="0" charset="0"/>
            </a:endParaRPr>
          </a:p>
        </p:txBody>
      </p:sp>
      <p:sp>
        <p:nvSpPr>
          <p:cNvPr id="522" name="Rectangle"/>
          <p:cNvSpPr>
            <a:spLocks/>
          </p:cNvSpPr>
          <p:nvPr/>
        </p:nvSpPr>
        <p:spPr>
          <a:xfrm rot="0">
            <a:off x="4267200" y="2933700"/>
            <a:ext cx="9619615" cy="5076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3200" b="0" i="0" u="none" strike="noStrike" kern="1200" cap="none" spc="0" baseline="0">
                <a:solidFill>
                  <a:srgbClr val="003366"/>
                </a:solidFill>
                <a:latin typeface="Calibri" pitchFamily="0" charset="0"/>
                <a:ea typeface="宋体" pitchFamily="0" charset="0"/>
                <a:cs typeface="Calibri" pitchFamily="0" charset="0"/>
                <a:sym typeface="宋体" pitchFamily="0" charset="0"/>
              </a:rPr>
              <a:t>Thank you for viewing my portfolio presentation.</a:t>
            </a:r>
            <a:endParaRPr lang="zh-CN" altLang="en-US" sz="3200" b="0" i="0" u="none" strike="noStrike" kern="1200" cap="none" spc="0" baseline="0">
              <a:solidFill>
                <a:srgbClr val="003366"/>
              </a:solidFill>
              <a:latin typeface="Calibri" pitchFamily="0" charset="0"/>
              <a:ea typeface="宋体" pitchFamily="0" charset="0"/>
              <a:cs typeface="Calibri" pitchFamily="0" charset="0"/>
              <a:sym typeface="宋体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24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 FWD TNSDC 2025.pptx</dc:title>
  <cp:lastModifiedBy>Mobile phone user</cp:lastModifiedBy>
  <cp:revision>4</cp:revision>
  <dcterms:created xsi:type="dcterms:W3CDTF">2006-08-16T00:00:00Z</dcterms:created>
  <dcterms:modified xsi:type="dcterms:W3CDTF">2025-09-12T02:11:04Z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CV">
    <vt:lpwstr>3446E502E55E4EEFB948DB3079E43E25_12</vt:lpwstr>
  </property>
  <property fmtid="{D5CDD505-2E9C-101B-9397-08002B2CF9AE}" pid="3" name="KSOProductBuildVer">
    <vt:lpwstr>1033-12.2.0.21172</vt:lpwstr>
  </property>
</Properties>
</file>